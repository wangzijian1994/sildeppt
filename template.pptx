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964" r:id="rId1"/>
  </p:sldMasterIdLst>
  <p:notesMasterIdLst>
    <p:notesMasterId r:id="rId26"/>
  </p:notesMasterIdLst>
  <p:sldIdLst>
    <p:sldId id="257" r:id="rId2"/>
    <p:sldId id="259" r:id="rId3"/>
    <p:sldId id="294" r:id="rId4"/>
    <p:sldId id="498" r:id="rId18"/>
    <p:sldId id="499" r:id="rId17"/>
    <p:sldId id="500" r:id="rId16"/>
    <p:sldId id="455" r:id="rId8"/>
    <p:sldId id="297" r:id="rId9"/>
    <p:sldId id="317" r:id="rId10"/>
    <p:sldId id="478" r:id="rId11"/>
    <p:sldId id="480" r:id="rId12"/>
    <p:sldId id="487" r:id="rId19"/>
    <p:sldId id="497" r:id="rId21"/>
    <p:sldId id="488" r:id="rId20"/>
    <p:sldId id="332" r:id="rId22"/>
    <p:sldId id="321" r:id="rId23"/>
    <p:sldId id="333" r:id="rId24"/>
    <p:sldId id="334"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714" autoAdjust="0"/>
    <p:restoredTop sz="94731" autoAdjust="0"/>
  </p:normalViewPr>
  <p:slideViewPr>
    <p:cSldViewPr snapToGrid="0">
      <p:cViewPr varScale="1">
        <p:scale>
          <a:sx n="90" d="100"/>
          <a:sy n="90" d="100"/>
        </p:scale>
        <p:origin x="365"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6" Type="http://schemas.openxmlformats.org/officeDocument/2006/relationships/slide" Target="slides/slide6.xml"/><Relationship Id="rId17" Type="http://schemas.openxmlformats.org/officeDocument/2006/relationships/slide" Target="slides/slide5.xml"/><Relationship Id="rId18" Type="http://schemas.openxmlformats.org/officeDocument/2006/relationships/slide" Target="slides/slide4.xml"/><Relationship Id="rId19" Type="http://schemas.openxmlformats.org/officeDocument/2006/relationships/slide" Target="slides/slide12.xml"/><Relationship Id="rId20" Type="http://schemas.openxmlformats.org/officeDocument/2006/relationships/slide" Target="slides/slide14.xml"/><Relationship Id="rId21" Type="http://schemas.openxmlformats.org/officeDocument/2006/relationships/slide" Target="slides/slide13.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C34328-2618-4516-8CA7-109892CA23B7}" type="datetimeFigureOut">
              <a:rPr lang="fr-FR" smtClean="0"/>
              <a:t>11/09/2026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6063CCF-625A-4FFF-A445-F8775908C5F9}" type="slidenum">
              <a:rPr lang="fr-FR" smtClean="0"/>
              <a:t>‹N°›</a:t>
            </a:fld>
            <a:endParaRPr lang="fr-FR"/>
          </a:p>
        </p:txBody>
      </p:sp>
    </p:spTree>
    <p:extLst>
      <p:ext uri="{BB962C8B-B14F-4D97-AF65-F5344CB8AC3E}">
        <p14:creationId xmlns:p14="http://schemas.microsoft.com/office/powerpoint/2010/main" val="35762383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fr-FR"/>
              <a:t>Modifiez le style du titre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310F4992-EDBD-DF45-BBD3-7FA1F5296A25}" type="datetimeFigureOut">
              <a:rPr lang="fr-FR" smtClean="0"/>
              <a:t>11/09/2026</a:t>
            </a:fld>
            <a:endParaRPr lang="fr-FR"/>
          </a:p>
        </p:txBody>
      </p:sp>
      <p:sp>
        <p:nvSpPr>
          <p:cNvPr id="5" name="Footer Placeholder 4"/>
          <p:cNvSpPr>
            <a:spLocks noGrp="1"/>
          </p:cNvSpPr>
          <p:nvPr>
            <p:ph type="ftr" sz="quarter" idx="11"/>
          </p:nvPr>
        </p:nvSpPr>
        <p:spPr/>
        <p:txBody>
          <a:bodyPr/>
          <a:lstStyle/>
          <a:p>
            <a:endParaRPr lang="fr-FR"/>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7C6C079C-E420-F247-95EE-2CDF1FF21356}" type="slidenum">
              <a:rPr lang="fr-FR" smtClean="0"/>
              <a:t>‹N°›</a:t>
            </a:fld>
            <a:endParaRPr lang="fr-FR"/>
          </a:p>
        </p:txBody>
      </p:sp>
    </p:spTree>
    <p:extLst>
      <p:ext uri="{BB962C8B-B14F-4D97-AF65-F5344CB8AC3E}">
        <p14:creationId xmlns:p14="http://schemas.microsoft.com/office/powerpoint/2010/main" val="28575084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fr-FR"/>
              <a:t>Modifiez le style du titre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310F4992-EDBD-DF45-BBD3-7FA1F5296A25}" type="datetimeFigureOut">
              <a:rPr lang="fr-FR" smtClean="0"/>
              <a:t>11/09/2026</a:t>
            </a:fld>
            <a:endParaRPr lang="fr-FR"/>
          </a:p>
        </p:txBody>
      </p:sp>
      <p:sp>
        <p:nvSpPr>
          <p:cNvPr id="5" name="Footer Placeholder 4"/>
          <p:cNvSpPr>
            <a:spLocks noGrp="1"/>
          </p:cNvSpPr>
          <p:nvPr>
            <p:ph type="ftr" sz="quarter" idx="11"/>
          </p:nvPr>
        </p:nvSpPr>
        <p:spPr/>
        <p:txBody>
          <a:bodyPr/>
          <a:lstStyle/>
          <a:p>
            <a:endParaRPr lang="fr-F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fr-FR"/>
          </a:p>
        </p:txBody>
      </p:sp>
      <p:sp>
        <p:nvSpPr>
          <p:cNvPr id="6" name="Slide Number Placeholder 5"/>
          <p:cNvSpPr>
            <a:spLocks noGrp="1"/>
          </p:cNvSpPr>
          <p:nvPr>
            <p:ph type="sldNum" sz="quarter" idx="12"/>
          </p:nvPr>
        </p:nvSpPr>
        <p:spPr/>
        <p:txBody>
          <a:bodyPr/>
          <a:lstStyle/>
          <a:p>
            <a:fld id="{7C6C079C-E420-F247-95EE-2CDF1FF21356}" type="slidenum">
              <a:rPr lang="fr-FR" smtClean="0"/>
              <a:t>‹N°›</a:t>
            </a:fld>
            <a:endParaRPr lang="fr-FR"/>
          </a:p>
        </p:txBody>
      </p:sp>
    </p:spTree>
    <p:extLst>
      <p:ext uri="{BB962C8B-B14F-4D97-AF65-F5344CB8AC3E}">
        <p14:creationId xmlns:p14="http://schemas.microsoft.com/office/powerpoint/2010/main" val="14544471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fr-FR"/>
              <a:t>Modifiez le style du titre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310F4992-EDBD-DF45-BBD3-7FA1F5296A25}" type="datetimeFigureOut">
              <a:rPr lang="fr-FR" smtClean="0"/>
              <a:t>11/09/2026</a:t>
            </a:fld>
            <a:endParaRPr lang="fr-FR"/>
          </a:p>
        </p:txBody>
      </p:sp>
      <p:sp>
        <p:nvSpPr>
          <p:cNvPr id="5" name="Footer Placeholder 4"/>
          <p:cNvSpPr>
            <a:spLocks noGrp="1"/>
          </p:cNvSpPr>
          <p:nvPr>
            <p:ph type="ftr" sz="quarter" idx="11"/>
          </p:nvPr>
        </p:nvSpPr>
        <p:spPr/>
        <p:txBody>
          <a:bodyPr/>
          <a:lstStyle/>
          <a:p>
            <a:endParaRPr lang="fr-F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fr-FR"/>
          </a:p>
        </p:txBody>
      </p:sp>
      <p:sp>
        <p:nvSpPr>
          <p:cNvPr id="6" name="Slide Number Placeholder 5"/>
          <p:cNvSpPr>
            <a:spLocks noGrp="1"/>
          </p:cNvSpPr>
          <p:nvPr>
            <p:ph type="sldNum" sz="quarter" idx="12"/>
          </p:nvPr>
        </p:nvSpPr>
        <p:spPr>
          <a:xfrm>
            <a:off x="531812" y="3244139"/>
            <a:ext cx="779767" cy="365125"/>
          </a:xfrm>
        </p:spPr>
        <p:txBody>
          <a:bodyPr/>
          <a:lstStyle/>
          <a:p>
            <a:fld id="{7C6C079C-E420-F247-95EE-2CDF1FF21356}" type="slidenum">
              <a:rPr lang="fr-FR" smtClean="0"/>
              <a:t>‹N°›</a:t>
            </a:fld>
            <a:endParaRPr lang="fr-FR"/>
          </a:p>
        </p:txBody>
      </p:sp>
    </p:spTree>
    <p:extLst>
      <p:ext uri="{BB962C8B-B14F-4D97-AF65-F5344CB8AC3E}">
        <p14:creationId xmlns:p14="http://schemas.microsoft.com/office/powerpoint/2010/main" val="34280265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310F4992-EDBD-DF45-BBD3-7FA1F5296A25}" type="datetimeFigureOut">
              <a:rPr lang="fr-FR" smtClean="0"/>
              <a:t>11/09/2026</a:t>
            </a:fld>
            <a:endParaRPr lang="fr-FR"/>
          </a:p>
        </p:txBody>
      </p:sp>
      <p:sp>
        <p:nvSpPr>
          <p:cNvPr id="6" name="Footer Placeholder 5"/>
          <p:cNvSpPr>
            <a:spLocks noGrp="1"/>
          </p:cNvSpPr>
          <p:nvPr>
            <p:ph type="ftr" sz="quarter" idx="11"/>
          </p:nvPr>
        </p:nvSpPr>
        <p:spPr/>
        <p:txBody>
          <a:bodyPr/>
          <a:lstStyle/>
          <a:p>
            <a:endParaRPr lang="fr-FR"/>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7C6C079C-E420-F247-95EE-2CDF1FF21356}" type="slidenum">
              <a:rPr lang="fr-FR" smtClean="0"/>
              <a:t>‹N°›</a:t>
            </a:fld>
            <a:endParaRPr lang="fr-FR"/>
          </a:p>
        </p:txBody>
      </p:sp>
    </p:spTree>
    <p:extLst>
      <p:ext uri="{BB962C8B-B14F-4D97-AF65-F5344CB8AC3E}">
        <p14:creationId xmlns:p14="http://schemas.microsoft.com/office/powerpoint/2010/main" val="208035675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fr-FR"/>
              <a:t>Modifiez le style du titre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310F4992-EDBD-DF45-BBD3-7FA1F5296A25}" type="datetimeFigureOut">
              <a:rPr lang="fr-FR" smtClean="0"/>
              <a:t>11/09/2026</a:t>
            </a:fld>
            <a:endParaRPr lang="fr-FR"/>
          </a:p>
        </p:txBody>
      </p:sp>
      <p:sp>
        <p:nvSpPr>
          <p:cNvPr id="8" name="Footer Placeholder 7"/>
          <p:cNvSpPr>
            <a:spLocks noGrp="1"/>
          </p:cNvSpPr>
          <p:nvPr>
            <p:ph type="ftr" sz="quarter" idx="11"/>
          </p:nvPr>
        </p:nvSpPr>
        <p:spPr/>
        <p:txBody>
          <a:bodyPr/>
          <a:lstStyle/>
          <a:p>
            <a:endParaRPr lang="fr-FR"/>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7C6C079C-E420-F247-95EE-2CDF1FF21356}" type="slidenum">
              <a:rPr lang="fr-FR" smtClean="0"/>
              <a:t>‹N°›</a:t>
            </a:fld>
            <a:endParaRPr lang="fr-FR"/>
          </a:p>
        </p:txBody>
      </p:sp>
    </p:spTree>
    <p:extLst>
      <p:ext uri="{BB962C8B-B14F-4D97-AF65-F5344CB8AC3E}">
        <p14:creationId xmlns:p14="http://schemas.microsoft.com/office/powerpoint/2010/main" val="689161341"/>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310F4992-EDBD-DF45-BBD3-7FA1F5296A25}" type="datetimeFigureOut">
              <a:rPr lang="fr-FR" smtClean="0"/>
              <a:t>11/09/2026</a:t>
            </a:fld>
            <a:endParaRPr lang="fr-FR"/>
          </a:p>
        </p:txBody>
      </p:sp>
      <p:sp>
        <p:nvSpPr>
          <p:cNvPr id="4" name="Footer Placeholder 3"/>
          <p:cNvSpPr>
            <a:spLocks noGrp="1"/>
          </p:cNvSpPr>
          <p:nvPr>
            <p:ph type="ftr" sz="quarter" idx="11"/>
          </p:nvPr>
        </p:nvSpPr>
        <p:spPr/>
        <p:txBody>
          <a:bodyPr/>
          <a:lstStyle/>
          <a:p>
            <a:endParaRPr lang="fr-FR"/>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7C6C079C-E420-F247-95EE-2CDF1FF21356}" type="slidenum">
              <a:rPr lang="fr-FR" smtClean="0"/>
              <a:t>‹N°›</a:t>
            </a:fld>
            <a:endParaRPr lang="fr-FR"/>
          </a:p>
        </p:txBody>
      </p:sp>
    </p:spTree>
    <p:extLst>
      <p:ext uri="{BB962C8B-B14F-4D97-AF65-F5344CB8AC3E}">
        <p14:creationId xmlns:p14="http://schemas.microsoft.com/office/powerpoint/2010/main" val="41963105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10F4992-EDBD-DF45-BBD3-7FA1F5296A25}" type="datetimeFigureOut">
              <a:rPr lang="fr-FR" smtClean="0"/>
              <a:t>11/09/2026</a:t>
            </a:fld>
            <a:endParaRPr lang="fr-FR"/>
          </a:p>
        </p:txBody>
      </p:sp>
      <p:sp>
        <p:nvSpPr>
          <p:cNvPr id="3" name="Footer Placeholder 2"/>
          <p:cNvSpPr>
            <a:spLocks noGrp="1"/>
          </p:cNvSpPr>
          <p:nvPr>
            <p:ph type="ftr" sz="quarter" idx="11"/>
          </p:nvPr>
        </p:nvSpPr>
        <p:spPr/>
        <p:txBody>
          <a:bodyPr/>
          <a:lstStyle/>
          <a:p>
            <a:endParaRPr lang="fr-FR"/>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fr-FR"/>
          </a:p>
        </p:txBody>
      </p:sp>
      <p:sp>
        <p:nvSpPr>
          <p:cNvPr id="4" name="Slide Number Placeholder 3"/>
          <p:cNvSpPr>
            <a:spLocks noGrp="1"/>
          </p:cNvSpPr>
          <p:nvPr>
            <p:ph type="sldNum" sz="quarter" idx="12"/>
          </p:nvPr>
        </p:nvSpPr>
        <p:spPr/>
        <p:txBody>
          <a:bodyPr/>
          <a:lstStyle/>
          <a:p>
            <a:fld id="{7C6C079C-E420-F247-95EE-2CDF1FF21356}" type="slidenum">
              <a:rPr lang="fr-FR" smtClean="0"/>
              <a:t>‹N°›</a:t>
            </a:fld>
            <a:endParaRPr lang="fr-FR"/>
          </a:p>
        </p:txBody>
      </p:sp>
    </p:spTree>
    <p:extLst>
      <p:ext uri="{BB962C8B-B14F-4D97-AF65-F5344CB8AC3E}">
        <p14:creationId xmlns:p14="http://schemas.microsoft.com/office/powerpoint/2010/main" val="20007098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fr-FR"/>
              <a:t>Modifiez le style du titre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310F4992-EDBD-DF45-BBD3-7FA1F5296A25}" type="datetimeFigureOut">
              <a:rPr lang="fr-FR" smtClean="0"/>
              <a:t>11/09/2026</a:t>
            </a:fld>
            <a:endParaRPr lang="fr-FR"/>
          </a:p>
        </p:txBody>
      </p:sp>
      <p:sp>
        <p:nvSpPr>
          <p:cNvPr id="6" name="Footer Placeholder 5"/>
          <p:cNvSpPr>
            <a:spLocks noGrp="1"/>
          </p:cNvSpPr>
          <p:nvPr>
            <p:ph type="ftr" sz="quarter" idx="11"/>
          </p:nvPr>
        </p:nvSpPr>
        <p:spPr/>
        <p:txBody>
          <a:bodyPr/>
          <a:lstStyle/>
          <a:p>
            <a:endParaRPr lang="fr-FR"/>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7C6C079C-E420-F247-95EE-2CDF1FF21356}" type="slidenum">
              <a:rPr lang="fr-FR" smtClean="0"/>
              <a:t>‹N°›</a:t>
            </a:fld>
            <a:endParaRPr lang="fr-FR"/>
          </a:p>
        </p:txBody>
      </p:sp>
    </p:spTree>
    <p:extLst>
      <p:ext uri="{BB962C8B-B14F-4D97-AF65-F5344CB8AC3E}">
        <p14:creationId xmlns:p14="http://schemas.microsoft.com/office/powerpoint/2010/main" val="718062818"/>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fr-FR"/>
              <a:t>Modifiez le style du titre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310F4992-EDBD-DF45-BBD3-7FA1F5296A25}" type="datetimeFigureOut">
              <a:rPr lang="fr-FR" smtClean="0"/>
              <a:t>11/09/2026</a:t>
            </a:fld>
            <a:endParaRPr lang="fr-FR"/>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7C6C079C-E420-F247-95EE-2CDF1FF21356}" type="slidenum">
              <a:rPr lang="fr-FR" smtClean="0"/>
              <a:t>‹N°›</a:t>
            </a:fld>
            <a:endParaRPr lang="fr-FR"/>
          </a:p>
        </p:txBody>
      </p:sp>
    </p:spTree>
    <p:extLst>
      <p:ext uri="{BB962C8B-B14F-4D97-AF65-F5344CB8AC3E}">
        <p14:creationId xmlns:p14="http://schemas.microsoft.com/office/powerpoint/2010/main" val="40160153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re et légende">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fr-FR"/>
              <a:t>Modifiez le style du titre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310F4992-EDBD-DF45-BBD3-7FA1F5296A25}" type="datetimeFigureOut">
              <a:rPr lang="fr-FR" smtClean="0"/>
              <a:t>11/09/2026</a:t>
            </a:fld>
            <a:endParaRPr lang="fr-FR"/>
          </a:p>
        </p:txBody>
      </p:sp>
      <p:sp>
        <p:nvSpPr>
          <p:cNvPr id="5" name="Footer Placeholder 4"/>
          <p:cNvSpPr>
            <a:spLocks noGrp="1"/>
          </p:cNvSpPr>
          <p:nvPr>
            <p:ph type="ftr" sz="quarter" idx="11"/>
          </p:nvPr>
        </p:nvSpPr>
        <p:spPr/>
        <p:txBody>
          <a:bodyPr/>
          <a:lstStyle/>
          <a:p>
            <a:endParaRPr lang="fr-F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7C6C079C-E420-F247-95EE-2CDF1FF21356}" type="slidenum">
              <a:rPr lang="fr-FR" smtClean="0"/>
              <a:t>‹N°›</a:t>
            </a:fld>
            <a:endParaRPr lang="fr-FR"/>
          </a:p>
        </p:txBody>
      </p:sp>
    </p:spTree>
    <p:extLst>
      <p:ext uri="{BB962C8B-B14F-4D97-AF65-F5344CB8AC3E}">
        <p14:creationId xmlns:p14="http://schemas.microsoft.com/office/powerpoint/2010/main" val="11846725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tion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fr-FR"/>
              <a:t>Modifiez le style du titre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Cliquez pour modifier les styles du texte du masque</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310F4992-EDBD-DF45-BBD3-7FA1F5296A25}" type="datetimeFigureOut">
              <a:rPr lang="fr-FR" smtClean="0"/>
              <a:t>11/09/2026</a:t>
            </a:fld>
            <a:endParaRPr lang="fr-FR"/>
          </a:p>
        </p:txBody>
      </p:sp>
      <p:sp>
        <p:nvSpPr>
          <p:cNvPr id="5" name="Footer Placeholder 4"/>
          <p:cNvSpPr>
            <a:spLocks noGrp="1"/>
          </p:cNvSpPr>
          <p:nvPr>
            <p:ph type="ftr" sz="quarter" idx="11"/>
          </p:nvPr>
        </p:nvSpPr>
        <p:spPr/>
        <p:txBody>
          <a:bodyPr/>
          <a:lstStyle/>
          <a:p>
            <a:endParaRPr lang="fr-FR"/>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7C6C079C-E420-F247-95EE-2CDF1FF21356}" type="slidenum">
              <a:rPr lang="fr-FR" smtClean="0"/>
              <a:t>‹N°›</a:t>
            </a:fld>
            <a:endParaRPr lang="fr-FR"/>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9256035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arte nom">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fr-FR"/>
              <a:t>Modifiez le style du titre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fr-FR"/>
              <a:t>Cliquez pour modifier les styles du texte du masque</a:t>
            </a:r>
          </a:p>
        </p:txBody>
      </p:sp>
      <p:sp>
        <p:nvSpPr>
          <p:cNvPr id="5" name="Date Placeholder 4"/>
          <p:cNvSpPr>
            <a:spLocks noGrp="1"/>
          </p:cNvSpPr>
          <p:nvPr>
            <p:ph type="dt" sz="half" idx="10"/>
          </p:nvPr>
        </p:nvSpPr>
        <p:spPr/>
        <p:txBody>
          <a:bodyPr/>
          <a:lstStyle/>
          <a:p>
            <a:fld id="{310F4992-EDBD-DF45-BBD3-7FA1F5296A25}" type="datetimeFigureOut">
              <a:rPr lang="fr-FR" smtClean="0"/>
              <a:t>11/09/2026</a:t>
            </a:fld>
            <a:endParaRPr lang="fr-FR"/>
          </a:p>
        </p:txBody>
      </p:sp>
      <p:sp>
        <p:nvSpPr>
          <p:cNvPr id="6" name="Footer Placeholder 5"/>
          <p:cNvSpPr>
            <a:spLocks noGrp="1"/>
          </p:cNvSpPr>
          <p:nvPr>
            <p:ph type="ftr" sz="quarter" idx="11"/>
          </p:nvPr>
        </p:nvSpPr>
        <p:spPr/>
        <p:txBody>
          <a:bodyPr/>
          <a:lstStyle/>
          <a:p>
            <a:endParaRPr lang="fr-F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7C6C079C-E420-F247-95EE-2CDF1FF21356}" type="slidenum">
              <a:rPr lang="fr-FR" smtClean="0"/>
              <a:t>‹N°›</a:t>
            </a:fld>
            <a:endParaRPr lang="fr-FR"/>
          </a:p>
        </p:txBody>
      </p:sp>
    </p:spTree>
    <p:extLst>
      <p:ext uri="{BB962C8B-B14F-4D97-AF65-F5344CB8AC3E}">
        <p14:creationId xmlns:p14="http://schemas.microsoft.com/office/powerpoint/2010/main" val="19509859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e nom citation">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fr-FR"/>
              <a:t>Modifiez le style du titre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Cliquez pour modifier les styles du texte du masque</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fr-FR"/>
              <a:t>Cliquez pour modifier les styles du texte du masque</a:t>
            </a:r>
          </a:p>
        </p:txBody>
      </p:sp>
      <p:sp>
        <p:nvSpPr>
          <p:cNvPr id="5" name="Date Placeholder 4"/>
          <p:cNvSpPr>
            <a:spLocks noGrp="1"/>
          </p:cNvSpPr>
          <p:nvPr>
            <p:ph type="dt" sz="half" idx="10"/>
          </p:nvPr>
        </p:nvSpPr>
        <p:spPr/>
        <p:txBody>
          <a:bodyPr/>
          <a:lstStyle/>
          <a:p>
            <a:fld id="{310F4992-EDBD-DF45-BBD3-7FA1F5296A25}" type="datetimeFigureOut">
              <a:rPr lang="fr-FR" smtClean="0"/>
              <a:t>11/09/2026</a:t>
            </a:fld>
            <a:endParaRPr lang="fr-FR"/>
          </a:p>
        </p:txBody>
      </p:sp>
      <p:sp>
        <p:nvSpPr>
          <p:cNvPr id="6" name="Footer Placeholder 5"/>
          <p:cNvSpPr>
            <a:spLocks noGrp="1"/>
          </p:cNvSpPr>
          <p:nvPr>
            <p:ph type="ftr" sz="quarter" idx="11"/>
          </p:nvPr>
        </p:nvSpPr>
        <p:spPr/>
        <p:txBody>
          <a:bodyPr/>
          <a:lstStyle/>
          <a:p>
            <a:endParaRPr lang="fr-FR"/>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7C6C079C-E420-F247-95EE-2CDF1FF21356}" type="slidenum">
              <a:rPr lang="fr-FR" smtClean="0"/>
              <a:t>‹N°›</a:t>
            </a:fld>
            <a:endParaRPr lang="fr-FR"/>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400403465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rai ou faux">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fr-FR"/>
              <a:t>Modifiez le style du titre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Cliquez pour modifier les styles du texte du masque</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fr-FR"/>
              <a:t>Cliquez pour modifier les styles du texte du masque</a:t>
            </a:r>
          </a:p>
        </p:txBody>
      </p:sp>
      <p:sp>
        <p:nvSpPr>
          <p:cNvPr id="5" name="Date Placeholder 4"/>
          <p:cNvSpPr>
            <a:spLocks noGrp="1"/>
          </p:cNvSpPr>
          <p:nvPr>
            <p:ph type="dt" sz="half" idx="10"/>
          </p:nvPr>
        </p:nvSpPr>
        <p:spPr/>
        <p:txBody>
          <a:bodyPr/>
          <a:lstStyle/>
          <a:p>
            <a:fld id="{310F4992-EDBD-DF45-BBD3-7FA1F5296A25}" type="datetimeFigureOut">
              <a:rPr lang="fr-FR" smtClean="0"/>
              <a:t>11/09/2026</a:t>
            </a:fld>
            <a:endParaRPr lang="fr-FR"/>
          </a:p>
        </p:txBody>
      </p:sp>
      <p:sp>
        <p:nvSpPr>
          <p:cNvPr id="6" name="Footer Placeholder 5"/>
          <p:cNvSpPr>
            <a:spLocks noGrp="1"/>
          </p:cNvSpPr>
          <p:nvPr>
            <p:ph type="ftr" sz="quarter" idx="11"/>
          </p:nvPr>
        </p:nvSpPr>
        <p:spPr/>
        <p:txBody>
          <a:bodyPr/>
          <a:lstStyle/>
          <a:p>
            <a:endParaRPr lang="fr-F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7C6C079C-E420-F247-95EE-2CDF1FF21356}" type="slidenum">
              <a:rPr lang="fr-FR" smtClean="0"/>
              <a:t>‹N°›</a:t>
            </a:fld>
            <a:endParaRPr lang="fr-FR"/>
          </a:p>
        </p:txBody>
      </p:sp>
    </p:spTree>
    <p:extLst>
      <p:ext uri="{BB962C8B-B14F-4D97-AF65-F5344CB8AC3E}">
        <p14:creationId xmlns:p14="http://schemas.microsoft.com/office/powerpoint/2010/main" val="401409442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ncho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310F4992-EDBD-DF45-BBD3-7FA1F5296A25}" type="datetimeFigureOut">
              <a:rPr lang="fr-FR" smtClean="0"/>
              <a:t>11/09/2026</a:t>
            </a:fld>
            <a:endParaRPr lang="fr-FR"/>
          </a:p>
        </p:txBody>
      </p:sp>
      <p:sp>
        <p:nvSpPr>
          <p:cNvPr id="5" name="Footer Placeholder 4"/>
          <p:cNvSpPr>
            <a:spLocks noGrp="1"/>
          </p:cNvSpPr>
          <p:nvPr>
            <p:ph type="ftr" sz="quarter" idx="11"/>
          </p:nvPr>
        </p:nvSpPr>
        <p:spPr/>
        <p:txBody>
          <a:bodyPr/>
          <a:lstStyle/>
          <a:p>
            <a:endParaRPr lang="fr-F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7C6C079C-E420-F247-95EE-2CDF1FF21356}" type="slidenum">
              <a:rPr lang="fr-FR" smtClean="0"/>
              <a:t>‹N°›</a:t>
            </a:fld>
            <a:endParaRPr lang="fr-FR"/>
          </a:p>
        </p:txBody>
      </p:sp>
    </p:spTree>
    <p:extLst>
      <p:ext uri="{BB962C8B-B14F-4D97-AF65-F5344CB8AC3E}">
        <p14:creationId xmlns:p14="http://schemas.microsoft.com/office/powerpoint/2010/main" val="85251106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fr-FR"/>
              <a:t>Modifiez le style du titre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310F4992-EDBD-DF45-BBD3-7FA1F5296A25}" type="datetimeFigureOut">
              <a:rPr lang="fr-FR" smtClean="0"/>
              <a:t>11/09/2026</a:t>
            </a:fld>
            <a:endParaRPr lang="fr-FR"/>
          </a:p>
        </p:txBody>
      </p:sp>
      <p:sp>
        <p:nvSpPr>
          <p:cNvPr id="5" name="Footer Placeholder 4"/>
          <p:cNvSpPr>
            <a:spLocks noGrp="1"/>
          </p:cNvSpPr>
          <p:nvPr>
            <p:ph type="ftr" sz="quarter" idx="11"/>
          </p:nvPr>
        </p:nvSpPr>
        <p:spPr/>
        <p:txBody>
          <a:bodyPr/>
          <a:lstStyle/>
          <a:p>
            <a:endParaRPr lang="fr-F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7C6C079C-E420-F247-95EE-2CDF1FF21356}" type="slidenum">
              <a:rPr lang="fr-FR" smtClean="0"/>
              <a:t>‹N°›</a:t>
            </a:fld>
            <a:endParaRPr lang="fr-FR"/>
          </a:p>
        </p:txBody>
      </p:sp>
    </p:spTree>
    <p:extLst>
      <p:ext uri="{BB962C8B-B14F-4D97-AF65-F5344CB8AC3E}">
        <p14:creationId xmlns:p14="http://schemas.microsoft.com/office/powerpoint/2010/main" val="215342637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fr-FR"/>
            </a:p>
          </p:txBody>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fr-FR"/>
            </a:p>
          </p:txBody>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fr-FR"/>
            </a:p>
          </p:txBody>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fr-FR"/>
            </a:p>
          </p:txBody>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fr-FR"/>
            </a:p>
          </p:txBody>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fr-FR"/>
            </a:p>
          </p:txBody>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fr-FR"/>
            </a:p>
          </p:txBody>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fr-FR"/>
            </a:p>
          </p:txBody>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fr-FR"/>
            </a:p>
          </p:txBody>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fr-FR"/>
            </a:p>
          </p:txBody>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fr-FR"/>
            </a:p>
          </p:txBody>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fr-FR"/>
            </a:p>
          </p:txBody>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fr-FR"/>
            </a:p>
          </p:txBody>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fr-FR"/>
            </a:p>
          </p:txBody>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fr-FR"/>
            </a:p>
          </p:txBody>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fr-FR"/>
            </a:p>
          </p:txBody>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fr-FR"/>
            </a:p>
          </p:txBody>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fr-FR"/>
            </a:p>
          </p:txBody>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fr-FR"/>
            </a:p>
          </p:txBody>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fr-FR"/>
            </a:p>
          </p:txBody>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fr-FR"/>
            </a:p>
          </p:txBody>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fr-FR"/>
            </a:p>
          </p:txBody>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fr-FR"/>
            </a:p>
          </p:txBody>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fr-FR"/>
            </a:p>
          </p:txBody>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fr-FR"/>
              <a:t>Modifiez le style du titre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310F4992-EDBD-DF45-BBD3-7FA1F5296A25}" type="datetimeFigureOut">
              <a:rPr lang="fr-FR" smtClean="0"/>
              <a:t>11/09/2026</a:t>
            </a:fld>
            <a:endParaRPr lang="fr-FR"/>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fr-FR"/>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7C6C079C-E420-F247-95EE-2CDF1FF21356}" type="slidenum">
              <a:rPr lang="fr-FR" smtClean="0"/>
              <a:t>‹N°›</a:t>
            </a:fld>
            <a:endParaRPr lang="fr-FR"/>
          </a:p>
        </p:txBody>
      </p:sp>
    </p:spTree>
    <p:extLst>
      <p:ext uri="{BB962C8B-B14F-4D97-AF65-F5344CB8AC3E}">
        <p14:creationId xmlns:p14="http://schemas.microsoft.com/office/powerpoint/2010/main" val="4124750662"/>
      </p:ext>
    </p:extLst>
  </p:cSld>
  <p:clrMap bg1="lt1" tx1="dk1" bg2="lt2" tx2="dk2" accent1="accent1" accent2="accent2" accent3="accent3" accent4="accent4" accent5="accent5" accent6="accent6" hlink="hlink" folHlink="folHlink"/>
  <p:sldLayoutIdLst>
    <p:sldLayoutId id="2147484965" r:id="rId1"/>
    <p:sldLayoutId id="2147484966" r:id="rId2"/>
    <p:sldLayoutId id="2147484967" r:id="rId3"/>
    <p:sldLayoutId id="2147484968" r:id="rId4"/>
    <p:sldLayoutId id="2147484969" r:id="rId5"/>
    <p:sldLayoutId id="2147484970" r:id="rId6"/>
    <p:sldLayoutId id="2147484971" r:id="rId7"/>
    <p:sldLayoutId id="2147484972" r:id="rId8"/>
    <p:sldLayoutId id="2147484973" r:id="rId9"/>
    <p:sldLayoutId id="2147484974" r:id="rId10"/>
    <p:sldLayoutId id="2147484975" r:id="rId11"/>
    <p:sldLayoutId id="2147484976" r:id="rId12"/>
    <p:sldLayoutId id="2147484977" r:id="rId13"/>
    <p:sldLayoutId id="2147484978" r:id="rId14"/>
    <p:sldLayoutId id="2147484979" r:id="rId15"/>
    <p:sldLayoutId id="2147484980"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2.mp4"/><Relationship Id="rId3" Type="http://schemas.openxmlformats.org/officeDocument/2006/relationships/video" Target="../media/media2.mp4"/><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4.mp4"/><Relationship Id="rId3" Type="http://schemas.openxmlformats.org/officeDocument/2006/relationships/video" Target="../media/media4.mp4"/><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3.mp4"/><Relationship Id="rId3" Type="http://schemas.openxmlformats.org/officeDocument/2006/relationships/video" Target="../media/media3.mp4"/><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792E7C99-C1C0-5D75-1869-4DE50C91491E}"/>
              </a:ext>
            </a:extLst>
          </p:cNvPr>
          <p:cNvSpPr txBox="1"/>
          <p:nvPr/>
        </p:nvSpPr>
        <p:spPr>
          <a:xfrm>
            <a:off x="2545492" y="511431"/>
            <a:ext cx="7356390" cy="3785652"/>
          </a:xfrm>
          <a:prstGeom prst="rect">
            <a:avLst/>
          </a:prstGeom>
          <a:noFill/>
        </p:spPr>
        <p:txBody>
          <a:bodyPr wrap="square">
            <a:spAutoFit/>
          </a:bodyPr>
          <a:lstStyle/>
          <a:p>
            <a:r>
              <a:rPr lang="zh-CN" altLang="fr-FR" sz="7200" b="1" dirty="0">
                <a:solidFill>
                  <a:srgbClr val="FFC000"/>
                </a:solidFill>
                <a:latin typeface="Algerian" panose="04020705040A02060702" pitchFamily="82" charset="0"/>
              </a:rPr>
              <a:t>信望爱基督之家</a:t>
            </a:r>
            <a:endParaRPr lang="fr-FR" altLang="zh-CN" sz="7200" b="1" dirty="0">
              <a:solidFill>
                <a:srgbClr val="FFC000"/>
              </a:solidFill>
              <a:latin typeface="Algerian" panose="04020705040A02060702" pitchFamily="82" charset="0"/>
            </a:endParaRPr>
          </a:p>
          <a:p>
            <a:r>
              <a:rPr lang="fr-FR" sz="3600" b="1" dirty="0">
                <a:solidFill>
                  <a:srgbClr val="FFC000"/>
                </a:solidFill>
                <a:latin typeface="Matura MT Script Capitals" panose="03020802060602070202" pitchFamily="66" charset="0"/>
              </a:rPr>
              <a:t>     </a:t>
            </a:r>
            <a:r>
              <a:rPr lang="fr-FR" sz="3200" b="1" dirty="0">
                <a:solidFill>
                  <a:srgbClr val="FFC000"/>
                </a:solidFill>
                <a:latin typeface="Matura MT Script Capitals" panose="03020802060602070202" pitchFamily="66" charset="0"/>
              </a:rPr>
              <a:t>Eglise la Maison du Christ </a:t>
            </a:r>
          </a:p>
          <a:p>
            <a:endParaRPr lang="fr-FR" sz="3200" b="1" dirty="0">
              <a:solidFill>
                <a:srgbClr val="FFC000"/>
              </a:solidFill>
              <a:latin typeface="Matura MT Script Capitals" panose="03020802060602070202" pitchFamily="66" charset="0"/>
            </a:endParaRPr>
          </a:p>
          <a:p>
            <a:r>
              <a:rPr lang="fr-FR" sz="3200" b="1" dirty="0">
                <a:solidFill>
                  <a:srgbClr val="FFC000"/>
                </a:solidFill>
                <a:latin typeface="Matura MT Script Capitals" panose="03020802060602070202" pitchFamily="66" charset="0"/>
              </a:rPr>
              <a:t>         </a:t>
            </a:r>
            <a:r>
              <a:rPr lang="zh-CN" altLang="fr-FR" sz="8000" b="1" dirty="0">
                <a:solidFill>
                  <a:srgbClr val="FFC000"/>
                </a:solidFill>
                <a:latin typeface="Matura MT Script Capitals" panose="03020802060602070202" pitchFamily="66" charset="0"/>
              </a:rPr>
              <a:t>主日崇拜</a:t>
            </a:r>
            <a:endParaRPr lang="fr-FR" altLang="zh-CN" sz="8000" b="1" dirty="0">
              <a:solidFill>
                <a:srgbClr val="FFC000"/>
              </a:solidFill>
              <a:latin typeface="Matura MT Script Capitals" panose="03020802060602070202" pitchFamily="66" charset="0"/>
            </a:endParaRPr>
          </a:p>
          <a:p>
            <a:r>
              <a:rPr sz="2000" b="1">
                <a:latin typeface="STXingkai"/>
              </a:rPr>
              <a:t/>
            </a:r>
            <a:r>
              <a:rPr b="1" sz="2000">
                <a:latin typeface="STXingkai"/>
              </a:rPr>
              <a:t>                  18/10/2026</a:t>
            </a:r>
            <a:r>
              <a:rPr b="1" sz="2000">
                <a:latin typeface="STXingkai"/>
              </a:rPr>
              <a:t> 15h-17h</a:t>
            </a:r>
          </a:p>
        </p:txBody>
      </p:sp>
      <p:sp>
        <p:nvSpPr>
          <p:cNvPr id="7" name="ZoneTexte 6">
            <a:extLst>
              <a:ext uri="{FF2B5EF4-FFF2-40B4-BE49-F238E27FC236}">
                <a16:creationId xmlns:a16="http://schemas.microsoft.com/office/drawing/2014/main" id="{75DDE902-DC87-5208-6700-3B4CF8CAF5F0}"/>
              </a:ext>
            </a:extLst>
          </p:cNvPr>
          <p:cNvSpPr txBox="1"/>
          <p:nvPr/>
        </p:nvSpPr>
        <p:spPr>
          <a:xfrm>
            <a:off x="1876653" y="4853650"/>
            <a:ext cx="9671500" cy="1815882"/>
          </a:xfrm>
          <a:prstGeom prst="rect">
            <a:avLst/>
          </a:prstGeom>
          <a:noFill/>
        </p:spPr>
        <p:txBody>
          <a:bodyPr wrap="square">
            <a:spAutoFit/>
          </a:bodyPr>
          <a:lstStyle/>
          <a:p>
            <a:r>
              <a:rPr lang="zh-CN" altLang="fr-FR" sz="2800" b="1" dirty="0"/>
              <a:t>如今常存的有</a:t>
            </a:r>
            <a:r>
              <a:rPr lang="zh-CN" altLang="fr-FR" sz="2800" b="1" dirty="0">
                <a:solidFill>
                  <a:srgbClr val="FFC000"/>
                </a:solidFill>
              </a:rPr>
              <a:t>信</a:t>
            </a:r>
            <a:r>
              <a:rPr lang="zh-CN" altLang="fr-FR" sz="2800" b="1" dirty="0"/>
              <a:t>，有</a:t>
            </a:r>
            <a:r>
              <a:rPr lang="zh-CN" altLang="fr-FR" sz="2800" b="1" dirty="0">
                <a:solidFill>
                  <a:srgbClr val="FFC000"/>
                </a:solidFill>
              </a:rPr>
              <a:t>望</a:t>
            </a:r>
            <a:r>
              <a:rPr lang="zh-CN" altLang="fr-FR" sz="2800" b="1" dirty="0"/>
              <a:t>，有</a:t>
            </a:r>
            <a:r>
              <a:rPr lang="zh-CN" altLang="fr-FR" sz="2800" b="1" dirty="0">
                <a:solidFill>
                  <a:srgbClr val="FFC000"/>
                </a:solidFill>
              </a:rPr>
              <a:t>爱</a:t>
            </a:r>
            <a:r>
              <a:rPr lang="zh-CN" altLang="fr-FR" sz="2800" b="1" dirty="0"/>
              <a:t>；这三样，其中最大的是</a:t>
            </a:r>
            <a:r>
              <a:rPr lang="zh-CN" altLang="fr-FR" sz="2800" b="1" dirty="0">
                <a:solidFill>
                  <a:srgbClr val="FFC000"/>
                </a:solidFill>
              </a:rPr>
              <a:t>爱</a:t>
            </a:r>
            <a:r>
              <a:rPr lang="zh-CN" altLang="fr-FR" sz="2800" b="1" dirty="0"/>
              <a:t>。
 同心合意，兴旺福音。生命成长，建立教会
                                接待 张娟娟姐妹</a:t>
            </a:r>
            <a:endParaRPr lang="fr-FR" altLang="zh-CN" sz="2800" b="1" dirty="0"/>
          </a:p>
          <a:p>
            <a:endParaRPr lang="fr-FR" sz="2800" b="1" dirty="0"/>
          </a:p>
          <a:p>
            <a:r>
              <a:rPr lang="fr-FR" sz="2800" b="1" dirty="0"/>
              <a:t>           </a:t>
            </a:r>
          </a:p>
          <a:p>
            <a:r>
              <a:rPr lang="fr-FR" altLang="zh-CN" sz="2800" b="1" dirty="0">
                <a:solidFill>
                  <a:srgbClr val="FFC000"/>
                </a:solidFill>
              </a:rPr>
              <a:t>                         </a:t>
            </a:r>
            <a:r>
              <a:rPr lang="zh-CN" altLang="fr-FR" sz="2800" b="1" dirty="0">
                <a:solidFill>
                  <a:srgbClr val="FFC000"/>
                </a:solidFill>
              </a:rPr>
              <a:t>接待</a:t>
            </a:r>
            <a:r>
              <a:rPr lang="fr-FR" altLang="zh-CN" sz="2800" b="1" dirty="0">
                <a:solidFill>
                  <a:srgbClr val="FFC000"/>
                </a:solidFill>
              </a:rPr>
              <a:t>:  </a:t>
            </a:r>
            <a:r>
              <a:rPr lang="zh-CN" altLang="fr-FR" sz="2800" b="1" dirty="0">
                <a:solidFill>
                  <a:srgbClr val="FFC000"/>
                </a:solidFill>
              </a:rPr>
              <a:t>宋利忠弟兄</a:t>
            </a:r>
            <a:endParaRPr lang="fr-FR" sz="2800" b="1" dirty="0">
              <a:solidFill>
                <a:srgbClr val="FFC000"/>
              </a:solidFill>
            </a:endParaRPr>
          </a:p>
        </p:txBody>
      </p:sp>
    </p:spTree>
    <p:extLst>
      <p:ext uri="{BB962C8B-B14F-4D97-AF65-F5344CB8AC3E}">
        <p14:creationId xmlns:p14="http://schemas.microsoft.com/office/powerpoint/2010/main" val="21036205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1">
            <a:extLst>
              <a:ext uri="{FF2B5EF4-FFF2-40B4-BE49-F238E27FC236}">
                <a16:creationId xmlns:a16="http://schemas.microsoft.com/office/drawing/2014/main" id="{2B464527-F344-6D11-6B30-726A91F306EC}"/>
              </a:ext>
            </a:extLst>
          </p:cNvPr>
          <p:cNvSpPr>
            <a:spLocks noGrp="1"/>
          </p:cNvSpPr>
          <p:nvPr>
            <p:ph type="title"/>
          </p:nvPr>
        </p:nvSpPr>
        <p:spPr>
          <a:xfrm>
            <a:off x="2188493" y="295772"/>
            <a:ext cx="8991600" cy="1283438"/>
          </a:xfrm>
        </p:spPr>
        <p:txBody>
          <a:bodyPr>
            <a:normAutofit fontScale="90000"/>
          </a:bodyPr>
          <a:lstStyle/>
          <a:p>
            <a:r>
              <a:rPr lang="zh-CN" altLang="fr-FR" sz="6000" b="1" dirty="0">
                <a:solidFill>
                  <a:srgbClr val="7030A0"/>
                </a:solidFill>
                <a:ea typeface="华文中宋"/>
              </a:rPr>
              <a:t>         </a:t>
            </a:r>
            <a:r>
              <a:rPr lang="zh-CN" altLang="fr-FR" sz="8000" b="1" dirty="0">
                <a:solidFill>
                  <a:srgbClr val="FFC000"/>
                </a:solidFill>
                <a:ea typeface="华文中宋"/>
              </a:rPr>
              <a:t>宣召经文</a:t>
            </a:r>
            <a:r>
              <a:rPr lang="zh-CN" altLang="fr-FR" sz="2000" b="1" dirty="0">
                <a:solidFill>
                  <a:srgbClr val="FFC000"/>
                </a:solidFill>
                <a:ea typeface="华文中宋"/>
              </a:rPr>
              <a:t>雅各书</a:t>
            </a:r>
            <a:r>
              <a:rPr sz="2000" b="1">
                <a:latin typeface="STXingkai"/>
              </a:rPr>
              <a:t/>
            </a:r>
            <a:r>
              <a:rPr b="1" sz="2000">
                <a:latin typeface="STXingkai"/>
              </a:rPr>
              <a:t>5：16</a:t>
            </a:r>
            <a:r>
              <a:rPr b="1" sz="2000">
                <a:latin typeface="STXingkai"/>
              </a:rPr>
              <a:t/>
            </a:r>
          </a:p>
        </p:txBody>
      </p:sp>
      <p:sp>
        <p:nvSpPr>
          <p:cNvPr id="3" name="Rectangle 2"/>
          <p:cNvSpPr/>
          <p:nvPr/>
        </p:nvSpPr>
        <p:spPr>
          <a:xfrm>
            <a:off x="923192" y="2166324"/>
            <a:ext cx="11268808" cy="3785652"/>
          </a:xfrm>
          <a:prstGeom prst="rect">
            <a:avLst/>
          </a:prstGeom>
        </p:spPr>
        <p:txBody>
          <a:bodyPr wrap="square">
            <a:spAutoFit/>
          </a:bodyPr>
          <a:lstStyle/>
          <a:p>
            <a:endParaRPr lang="zh-CN" altLang="fr-FR" sz="4000" b="1" dirty="0"/>
          </a:p>
          <a:p>
            <a:r>
              <a:rPr lang="fr-FR" altLang="zh-CN" sz="4000" b="1" dirty="0"/>
              <a:t>	</a:t>
            </a:r>
            <a:r>
              <a:rPr lang="zh-CN" altLang="fr-FR" sz="4000" b="1" dirty="0">
                <a:solidFill>
                  <a:srgbClr val="C00000"/>
                </a:solidFill>
              </a:rPr>
              <a:t>所以你们要彼此认罪，互相代求，使你们可以得医治。义人祈祷所发的力量是大有功效的。</a:t>
            </a:r>
            <a:endParaRPr lang="fr-FR" altLang="zh-CN" sz="4000" b="1" dirty="0">
              <a:solidFill>
                <a:srgbClr val="C00000"/>
              </a:solidFill>
            </a:endParaRPr>
          </a:p>
          <a:p>
            <a:endParaRPr lang="fr-FR" sz="4000" b="1" dirty="0">
              <a:solidFill>
                <a:srgbClr val="C00000"/>
              </a:solidFill>
            </a:endParaRPr>
          </a:p>
          <a:p>
            <a:r>
              <a:rPr lang="fr-FR" sz="4000" b="1" dirty="0">
                <a:solidFill>
                  <a:srgbClr val="C00000"/>
                </a:solidFill>
              </a:rPr>
              <a:t>                            </a:t>
            </a:r>
            <a:r>
              <a:rPr lang="zh-CN" altLang="fr-FR" sz="2800" b="1" dirty="0">
                <a:solidFill>
                  <a:srgbClr val="FFC000"/>
                </a:solidFill>
              </a:rPr>
              <a:t>周国莲宣教士</a:t>
            </a:r>
            <a:endParaRPr lang="fr-FR" sz="2800" b="1" dirty="0">
              <a:solidFill>
                <a:srgbClr val="FFC000"/>
              </a:solidFill>
            </a:endParaRPr>
          </a:p>
        </p:txBody>
      </p:sp>
    </p:spTree>
    <p:extLst>
      <p:ext uri="{BB962C8B-B14F-4D97-AF65-F5344CB8AC3E}">
        <p14:creationId xmlns:p14="http://schemas.microsoft.com/office/powerpoint/2010/main" val="20215160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a:extLst>
              <a:ext uri="{FF2B5EF4-FFF2-40B4-BE49-F238E27FC236}">
                <a16:creationId xmlns:a16="http://schemas.microsoft.com/office/drawing/2014/main" id="{B0869FC9-FAE0-A12F-E802-94706478AFE8}"/>
              </a:ext>
            </a:extLst>
          </p:cNvPr>
          <p:cNvSpPr>
            <a:spLocks noGrp="1"/>
          </p:cNvSpPr>
          <p:nvPr>
            <p:ph type="title"/>
          </p:nvPr>
        </p:nvSpPr>
        <p:spPr>
          <a:xfrm>
            <a:off x="377807" y="324037"/>
            <a:ext cx="9362114" cy="1871005"/>
          </a:xfrm>
        </p:spPr>
        <p:txBody>
          <a:bodyPr>
            <a:noAutofit/>
          </a:bodyPr>
          <a:lstStyle/>
          <a:p>
            <a:r>
              <a:rPr lang="zh-CN" altLang="fr-FR" sz="9600" b="1" dirty="0">
                <a:solidFill>
                  <a:srgbClr val="7030A0"/>
                </a:solidFill>
                <a:ea typeface="华文中宋"/>
              </a:rPr>
              <a:t>         </a:t>
            </a:r>
            <a:r>
              <a:rPr lang="zh-CN" altLang="fr-FR" sz="9600" b="1" dirty="0">
                <a:solidFill>
                  <a:srgbClr val="FFC000"/>
                </a:solidFill>
                <a:ea typeface="华文中宋"/>
              </a:rPr>
              <a:t>敬拜赞美       </a:t>
            </a:r>
          </a:p>
        </p:txBody>
      </p:sp>
      <p:sp>
        <p:nvSpPr>
          <p:cNvPr id="6" name="ZoneTexte 5">
            <a:extLst>
              <a:ext uri="{FF2B5EF4-FFF2-40B4-BE49-F238E27FC236}">
                <a16:creationId xmlns:a16="http://schemas.microsoft.com/office/drawing/2014/main" id="{4E3E2845-AE6A-F044-034C-BD2EA1E73C8A}"/>
              </a:ext>
            </a:extLst>
          </p:cNvPr>
          <p:cNvSpPr txBox="1"/>
          <p:nvPr/>
        </p:nvSpPr>
        <p:spPr>
          <a:xfrm>
            <a:off x="2042984" y="3429000"/>
            <a:ext cx="10149016" cy="3170099"/>
          </a:xfrm>
          <a:prstGeom prst="rect">
            <a:avLst/>
          </a:prstGeom>
          <a:noFill/>
        </p:spPr>
        <p:txBody>
          <a:bodyPr wrap="square">
            <a:spAutoFit/>
          </a:bodyPr>
          <a:lstStyle/>
          <a:p>
            <a:r>
              <a:rPr lang="zh-CN" altLang="fr-FR" sz="4000" b="1" dirty="0">
                <a:solidFill>
                  <a:srgbClr val="C00000"/>
                </a:solidFill>
              </a:rPr>
              <a:t>我要向耶和华歌唱，因他用厚恩待我</a:t>
            </a:r>
            <a:endParaRPr lang="fr-FR" altLang="zh-CN" sz="4000" b="1" dirty="0">
              <a:solidFill>
                <a:srgbClr val="C00000"/>
              </a:solidFill>
            </a:endParaRPr>
          </a:p>
          <a:p>
            <a:endParaRPr lang="fr-FR" sz="4000" b="1" dirty="0">
              <a:solidFill>
                <a:srgbClr val="C00000"/>
              </a:solidFill>
            </a:endParaRPr>
          </a:p>
          <a:p>
            <a:endParaRPr lang="fr-FR" sz="4000" b="1" dirty="0">
              <a:solidFill>
                <a:schemeClr val="accent2"/>
              </a:solidFill>
            </a:endParaRPr>
          </a:p>
          <a:p>
            <a:endParaRPr lang="fr-FR" sz="4000" b="1" dirty="0">
              <a:solidFill>
                <a:schemeClr val="accent2"/>
              </a:solidFill>
            </a:endParaRPr>
          </a:p>
          <a:p>
            <a:r>
              <a:rPr lang="fr-FR" sz="4000" b="1" dirty="0">
                <a:solidFill>
                  <a:schemeClr val="accent2"/>
                </a:solidFill>
              </a:rPr>
              <a:t>                  </a:t>
            </a:r>
            <a:r>
              <a:rPr lang="zh-CN" altLang="fr-FR" sz="3200" b="1" dirty="0">
                <a:solidFill>
                  <a:srgbClr val="FFC000"/>
                </a:solidFill>
              </a:rPr>
              <a:t>徐霞姐妹 金微秋姐妹</a:t>
            </a:r>
            <a:endParaRPr lang="fr-FR" sz="3200" b="1" dirty="0">
              <a:solidFill>
                <a:srgbClr val="FFC000"/>
              </a:solidFill>
            </a:endParaRPr>
          </a:p>
        </p:txBody>
      </p:sp>
    </p:spTree>
    <p:extLst>
      <p:ext uri="{BB962C8B-B14F-4D97-AF65-F5344CB8AC3E}">
        <p14:creationId xmlns:p14="http://schemas.microsoft.com/office/powerpoint/2010/main" val="344917264"/>
      </p:ext>
    </p:extLst>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1.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0" y="0"/>
            <a:ext cx="12192000" cy="6858000"/>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2"/>
                </p:tgtEl>
              </p:cMediaNode>
            </p:video>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2.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0" y="0"/>
            <a:ext cx="12192000" cy="6858000"/>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2"/>
                </p:tgtEl>
              </p:cMediaNode>
            </p:video>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3.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0" y="0"/>
            <a:ext cx="12192000" cy="6858000"/>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2"/>
                </p:tgtEl>
              </p:cMediaNode>
            </p:vide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362CA5-96C8-27C8-E556-CB16E700F9E3}"/>
            </a:ext>
          </a:extLst>
        </p:cNvPr>
        <p:cNvGrpSpPr/>
        <p:nvPr/>
      </p:nvGrpSpPr>
      <p:grpSpPr>
        <a:xfrm>
          <a:off x="0" y="0"/>
          <a:ext cx="0" cy="0"/>
          <a:chOff x="0" y="0"/>
          <a:chExt cx="0" cy="0"/>
        </a:xfrm>
      </p:grpSpPr>
      <p:sp>
        <p:nvSpPr>
          <p:cNvPr id="4" name="ZoneTexte 3">
            <a:extLst>
              <a:ext uri="{FF2B5EF4-FFF2-40B4-BE49-F238E27FC236}">
                <a16:creationId xmlns:a16="http://schemas.microsoft.com/office/drawing/2014/main" id="{0E8B6A12-C68D-CA47-3E4A-17054DE16A29}"/>
              </a:ext>
            </a:extLst>
          </p:cNvPr>
          <p:cNvSpPr txBox="1"/>
          <p:nvPr/>
        </p:nvSpPr>
        <p:spPr>
          <a:xfrm>
            <a:off x="2284213" y="130415"/>
            <a:ext cx="8960708" cy="1569660"/>
          </a:xfrm>
          <a:prstGeom prst="rect">
            <a:avLst/>
          </a:prstGeom>
          <a:noFill/>
        </p:spPr>
        <p:txBody>
          <a:bodyPr wrap="square">
            <a:spAutoFit/>
          </a:bodyPr>
          <a:lstStyle/>
          <a:p>
            <a:r>
              <a:rPr lang="zh-CN" altLang="fr-FR" sz="9600" b="1" dirty="0">
                <a:solidFill>
                  <a:schemeClr val="accent2"/>
                </a:solidFill>
              </a:rPr>
              <a:t>同心合意祷告</a:t>
            </a:r>
            <a:endParaRPr lang="fr-FR" sz="9600" b="1" dirty="0">
              <a:solidFill>
                <a:schemeClr val="accent2"/>
              </a:solidFill>
            </a:endParaRPr>
          </a:p>
        </p:txBody>
      </p:sp>
      <p:sp>
        <p:nvSpPr>
          <p:cNvPr id="6" name="ZoneTexte 5">
            <a:extLst>
              <a:ext uri="{FF2B5EF4-FFF2-40B4-BE49-F238E27FC236}">
                <a16:creationId xmlns:a16="http://schemas.microsoft.com/office/drawing/2014/main" id="{95904CEF-1892-5A7C-972D-A54DF3C0CF21}"/>
              </a:ext>
            </a:extLst>
          </p:cNvPr>
          <p:cNvSpPr txBox="1"/>
          <p:nvPr/>
        </p:nvSpPr>
        <p:spPr>
          <a:xfrm>
            <a:off x="716692" y="3311266"/>
            <a:ext cx="11475308" cy="1846659"/>
          </a:xfrm>
          <a:prstGeom prst="rect">
            <a:avLst/>
          </a:prstGeom>
          <a:noFill/>
        </p:spPr>
        <p:txBody>
          <a:bodyPr wrap="square">
            <a:spAutoFit/>
          </a:bodyPr>
          <a:lstStyle/>
          <a:p>
            <a:r>
              <a:rPr lang="zh-CN" altLang="fr-FR" sz="4800" b="1" dirty="0">
                <a:solidFill>
                  <a:srgbClr val="C00000"/>
                </a:solidFill>
              </a:rPr>
              <a:t>应当一无挂虑，只要凡事藉着祷告、祈求和感谢，将你们所要的告诉神。</a:t>
            </a:r>
          </a:p>
          <a:p>
            <a:endParaRPr lang="zh-CN" altLang="fr-FR" dirty="0"/>
          </a:p>
        </p:txBody>
      </p:sp>
    </p:spTree>
    <p:extLst>
      <p:ext uri="{BB962C8B-B14F-4D97-AF65-F5344CB8AC3E}">
        <p14:creationId xmlns:p14="http://schemas.microsoft.com/office/powerpoint/2010/main" val="360427648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p:cNvPicPr>
            <a:picLocks noChangeAspect="1"/>
          </p:cNvPicPr>
          <p:nvPr/>
        </p:nvPicPr>
        <p:blipFill>
          <a:blip r:embed="rId2"/>
          <a:stretch>
            <a:fillRect/>
          </a:stretch>
        </p:blipFill>
        <p:spPr>
          <a:xfrm>
            <a:off x="1687851" y="0"/>
            <a:ext cx="9175275" cy="6858594"/>
          </a:xfrm>
          <a:prstGeom prst="rect">
            <a:avLst/>
          </a:prstGeom>
        </p:spPr>
      </p:pic>
    </p:spTree>
    <p:extLst>
      <p:ext uri="{BB962C8B-B14F-4D97-AF65-F5344CB8AC3E}">
        <p14:creationId xmlns:p14="http://schemas.microsoft.com/office/powerpoint/2010/main" val="228638184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D2048C-643E-E6CB-160F-5A316C056868}"/>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7CE2F275-77A4-4807-B6B4-CD62204D45D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884982" y="0"/>
            <a:ext cx="1307018" cy="1800000"/>
          </a:xfrm>
          <a:prstGeom prst="rect">
            <a:avLst/>
          </a:prstGeom>
          <a:noFill/>
          <a:ln>
            <a:noFill/>
          </a:ln>
        </p:spPr>
      </p:pic>
      <p:sp>
        <p:nvSpPr>
          <p:cNvPr id="6" name="Titre 1">
            <a:extLst>
              <a:ext uri="{FF2B5EF4-FFF2-40B4-BE49-F238E27FC236}">
                <a16:creationId xmlns:a16="http://schemas.microsoft.com/office/drawing/2014/main" id="{2B464527-F344-6D11-6B30-726A91F306EC}"/>
              </a:ext>
            </a:extLst>
          </p:cNvPr>
          <p:cNvSpPr>
            <a:spLocks noGrp="1"/>
          </p:cNvSpPr>
          <p:nvPr>
            <p:ph type="title"/>
          </p:nvPr>
        </p:nvSpPr>
        <p:spPr>
          <a:xfrm>
            <a:off x="1479174" y="1509623"/>
            <a:ext cx="9891346" cy="4332879"/>
          </a:xfrm>
        </p:spPr>
        <p:txBody>
          <a:bodyPr>
            <a:normAutofit fontScale="90000"/>
          </a:bodyPr>
          <a:lstStyle/>
          <a:p>
            <a:pPr algn="ctr"/>
            <a:r>
              <a:rPr lang="zh-CN" altLang="fr-FR" sz="6700" b="1" dirty="0">
                <a:solidFill>
                  <a:srgbClr val="FFC000"/>
                </a:solidFill>
                <a:ea typeface="华文中宋"/>
              </a:rPr>
              <a:t>主日证道</a:t>
            </a:r>
            <a:r>
              <a:rPr lang="fr-FR" altLang="zh-CN" sz="6700" b="1" dirty="0">
                <a:solidFill>
                  <a:srgbClr val="FFC000"/>
                </a:solidFill>
                <a:ea typeface="华文中宋"/>
              </a:rPr>
              <a:t>:</a:t>
            </a:r>
            <a:br>
              <a:rPr lang="fr-FR" altLang="zh-CN" sz="6700" b="1" dirty="0">
                <a:solidFill>
                  <a:srgbClr val="FFC000"/>
                </a:solidFill>
                <a:ea typeface="华文中宋"/>
              </a:rPr>
            </a:br>
            <a:r>
              <a:rPr lang="fr-FR" altLang="zh-CN" sz="2400" b="1" dirty="0">
                <a:solidFill>
                  <a:srgbClr val="C00000"/>
                </a:solidFill>
                <a:ea typeface="华文中宋"/>
              </a:rPr>
              <a:t>               </a:t>
            </a:r>
            <a:br>
              <a:rPr lang="fr-FR" altLang="zh-CN" sz="2400" b="1" dirty="0">
                <a:solidFill>
                  <a:srgbClr val="C00000"/>
                </a:solidFill>
                <a:ea typeface="华文中宋"/>
              </a:rPr>
            </a:br>
            <a:r>
              <a:rPr lang="fr-FR" altLang="zh-CN" sz="2400" b="1" dirty="0">
                <a:solidFill>
                  <a:srgbClr val="C00000"/>
                </a:solidFill>
                <a:ea typeface="华文中宋"/>
              </a:rPr>
              <a:t>               </a:t>
            </a:r>
            <a:br>
              <a:rPr lang="fr-FR" altLang="zh-CN" sz="2700" b="1" dirty="0">
                <a:solidFill>
                  <a:srgbClr val="C00000"/>
                </a:solidFill>
                <a:ea typeface="华文中宋"/>
              </a:rPr>
            </a:br>
            <a:r>
              <a:rPr lang="zh-CN" altLang="fr-FR" sz="2700" b="1" dirty="0">
                <a:solidFill>
                  <a:srgbClr val="C00000"/>
                </a:solidFill>
                <a:ea typeface="华文中宋"/>
              </a:rPr>
              <a:t>    </a:t>
            </a:r>
            <a:br>
              <a:rPr lang="fr-FR" altLang="zh-CN" sz="2700" b="1" dirty="0">
                <a:solidFill>
                  <a:srgbClr val="C00000"/>
                </a:solidFill>
                <a:ea typeface="华文中宋"/>
              </a:rPr>
            </a:br>
            <a:r>
              <a:rPr lang="fr-FR" altLang="zh-CN" sz="2700" b="1" dirty="0">
                <a:solidFill>
                  <a:srgbClr val="C00000"/>
                </a:solidFill>
                <a:ea typeface="华文中宋"/>
              </a:rPr>
              <a:t>                  </a:t>
            </a:r>
            <a:r>
              <a:rPr lang="zh-CN" altLang="fr-FR" sz="4400" b="1" dirty="0">
                <a:solidFill>
                  <a:srgbClr val="C00000"/>
                </a:solidFill>
                <a:ea typeface="华文中宋"/>
              </a:rPr>
              <a:t>        </a:t>
            </a:r>
            <a:br>
              <a:rPr lang="fr-FR" altLang="zh-CN" sz="4400" b="1" dirty="0">
                <a:solidFill>
                  <a:srgbClr val="C00000"/>
                </a:solidFill>
                <a:ea typeface="华文中宋"/>
              </a:rPr>
            </a:br>
            <a:r>
              <a:rPr lang="zh-CN" altLang="fr-FR" sz="4400" b="1" spc="-1" dirty="0">
                <a:solidFill>
                  <a:srgbClr val="C00000"/>
                </a:solidFill>
                <a:ea typeface="华文中宋"/>
              </a:rPr>
              <a:t>雅比斯比他众弟兄更尊贵</a:t>
            </a:r>
            <a:br>
              <a:rPr lang="fr-FR" altLang="zh-CN" sz="4400" b="1" spc="-1" dirty="0"/>
            </a:br>
            <a:r>
              <a:rPr lang="zh-CN" altLang="fr-FR" sz="2700" b="1" spc="-1" dirty="0">
                <a:solidFill>
                  <a:srgbClr val="7030A0"/>
                </a:solidFill>
              </a:rPr>
              <a:t>
历代志上4:9/10
约翰福音6/7节
马太福音6/10节</a:t>
            </a:r>
            <a:br>
              <a:rPr lang="fr-FR" altLang="zh-CN" sz="4400" b="1" spc="-1" dirty="0"/>
            </a:br>
            <a:br>
              <a:rPr lang="fr-FR" altLang="zh-CN" sz="4400" b="1" spc="-1" dirty="0"/>
            </a:br>
            <a:br>
              <a:rPr lang="fr-FR" altLang="zh-CN" sz="4400" b="1" spc="-1" dirty="0"/>
            </a:br>
            <a:br>
              <a:rPr lang="fr-FR" altLang="zh-CN" sz="4400" b="1" dirty="0">
                <a:solidFill>
                  <a:schemeClr val="accent2"/>
                </a:solidFill>
                <a:ea typeface="华文中宋"/>
              </a:rPr>
            </a:br>
            <a:r>
              <a:rPr sz="2000" b="1">
                <a:latin typeface="STXingkai"/>
              </a:rPr>
              <a:t/>
            </a:r>
            <a:r>
              <a:rPr b="1" sz="2000">
                <a:latin typeface="STXingkai"/>
              </a:rPr>
              <a:t/>
            </a:r>
            <a:r>
              <a:rPr b="1" sz="2000">
                <a:latin typeface="STXingkai"/>
              </a:rPr>
              <a:t/>
            </a:r>
            <a:r>
              <a:rPr b="1" sz="2000">
                <a:latin typeface="STXingkai"/>
              </a:rPr>
              <a:t>吉娜姐妹 证道, 周国莲宣教士 回应</a:t>
            </a:r>
          </a:p>
        </p:txBody>
      </p:sp>
    </p:spTree>
    <p:extLst>
      <p:ext uri="{BB962C8B-B14F-4D97-AF65-F5344CB8AC3E}">
        <p14:creationId xmlns:p14="http://schemas.microsoft.com/office/powerpoint/2010/main" val="2731762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28A6956-F5BB-2602-48EF-A9AB7D0F7097}"/>
              </a:ext>
            </a:extLst>
          </p:cNvPr>
          <p:cNvSpPr>
            <a:spLocks noGrp="1"/>
          </p:cNvSpPr>
          <p:nvPr>
            <p:ph type="title"/>
          </p:nvPr>
        </p:nvSpPr>
        <p:spPr>
          <a:xfrm>
            <a:off x="242827" y="120770"/>
            <a:ext cx="8915399" cy="1423358"/>
          </a:xfrm>
        </p:spPr>
        <p:txBody>
          <a:bodyPr>
            <a:normAutofit/>
          </a:bodyPr>
          <a:lstStyle/>
          <a:p>
            <a:r>
              <a:rPr lang="zh-CN" altLang="fr-FR" b="1" dirty="0"/>
              <a:t>历代志上</a:t>
            </a:r>
            <a:r>
              <a:rPr lang="fr-FR" altLang="zh-CN" b="1" dirty="0"/>
              <a:t>4:9-10</a:t>
            </a:r>
            <a:br>
              <a:rPr lang="fr-FR" altLang="zh-CN" dirty="0"/>
            </a:br>
            <a:r>
              <a:rPr b="1" sz="2000">
                <a:latin typeface="STXingkai"/>
              </a:rPr>
              <a:t/>
            </a:r>
            <a:r>
              <a:rPr b="1" sz="2000">
                <a:latin typeface="STXingkai"/>
              </a:rPr>
              <a:t/>
            </a:r>
            <a:r>
              <a:rPr b="1" sz="2000">
                <a:latin typeface="STXingkai"/>
              </a:rPr>
              <a:t/>
            </a:r>
            <a:r>
              <a:rPr b="1" sz="2000">
                <a:latin typeface="STXingkai"/>
              </a:rPr>
              <a:t/>
            </a:r>
            <a:r>
              <a:rPr b="1" sz="2000">
                <a:latin typeface="STXingkai"/>
              </a:rPr>
              <a:t/>
            </a:r>
            <a:r>
              <a:rPr b="1" sz="2000">
                <a:latin typeface="STXingkai"/>
              </a:rPr>
              <a:t/>
            </a:r>
            <a:endParaRPr lang="fr-FR" dirty="0"/>
          </a:p>
        </p:txBody>
      </p:sp>
      <p:sp>
        <p:nvSpPr>
          <p:cNvPr id="3" name="Espace réservé du texte 2">
            <a:extLst>
              <a:ext uri="{FF2B5EF4-FFF2-40B4-BE49-F238E27FC236}">
                <a16:creationId xmlns:a16="http://schemas.microsoft.com/office/drawing/2014/main" id="{277F3639-D479-3BD8-0743-75C2E545C3BA}"/>
              </a:ext>
            </a:extLst>
          </p:cNvPr>
          <p:cNvSpPr>
            <a:spLocks noGrp="1"/>
          </p:cNvSpPr>
          <p:nvPr>
            <p:ph type="body" idx="1"/>
          </p:nvPr>
        </p:nvSpPr>
        <p:spPr>
          <a:xfrm>
            <a:off x="319178" y="1147312"/>
            <a:ext cx="11775056" cy="5589917"/>
          </a:xfrm>
        </p:spPr>
        <p:txBody>
          <a:bodyPr>
            <a:normAutofit fontScale="92500" lnSpcReduction="20000"/>
          </a:bodyPr>
          <a:lstStyle/>
          <a:p>
            <a:r>
              <a:rPr lang="fr-FR" altLang="zh-CN" sz="2200" b="1" dirty="0"/>
              <a:t>9</a:t>
            </a:r>
            <a:r>
              <a:rPr lang="zh-CN" altLang="fr-FR" sz="2200" b="1" dirty="0"/>
              <a:t>雅比斯比他众弟兄更尊贵，他母亲给他起名叫雅比斯，意思说：我生他甚是痛苦。</a:t>
            </a:r>
          </a:p>
          <a:p>
            <a:r>
              <a:rPr lang="fr-FR" altLang="zh-CN" sz="2200" b="1" dirty="0"/>
              <a:t>10</a:t>
            </a:r>
            <a:r>
              <a:rPr lang="zh-CN" altLang="fr-FR" sz="2200" b="1" dirty="0"/>
              <a:t>雅比斯求告以色列的神说：“甚愿你赐福与我，扩张我的境界，常与我同在，保佑我不遭患难，不受艰苦。”神就应允他所求的。</a:t>
            </a:r>
          </a:p>
          <a:p>
            <a:r>
              <a:rPr lang="fr-FR" altLang="zh-CN" sz="2200" b="1" dirty="0"/>
              <a:t/>
            </a:r>
            <a:r>
              <a:rPr lang="zh-CN" altLang="fr-FR" sz="2200" b="1" dirty="0"/>
              <a:t/>
            </a:r>
          </a:p>
          <a:p>
            <a:r>
              <a:rPr lang="fr-FR" altLang="zh-CN" sz="2200" b="1" dirty="0"/>
              <a:t/>
            </a:r>
            <a:r>
              <a:rPr lang="zh-CN" altLang="fr-FR" sz="2200" b="1" dirty="0"/>
              <a:t/>
            </a:r>
          </a:p>
          <a:p>
            <a:r>
              <a:rPr lang="fr-FR" altLang="zh-CN" sz="2200" b="1" dirty="0"/>
              <a:t/>
            </a:r>
            <a:r>
              <a:rPr lang="zh-CN" altLang="fr-FR" sz="2200" b="1" dirty="0"/>
              <a:t/>
            </a:r>
          </a:p>
          <a:p>
            <a:r>
              <a:rPr lang="fr-FR" altLang="zh-CN" sz="2200" b="1" dirty="0"/>
              <a:t/>
            </a:r>
            <a:r>
              <a:rPr lang="zh-CN" altLang="fr-FR" sz="2200" b="1" dirty="0"/>
              <a:t/>
            </a:r>
          </a:p>
          <a:p>
            <a:r>
              <a:rPr lang="fr-FR" altLang="zh-CN" sz="2200" b="1" dirty="0"/>
              <a:t/>
            </a:r>
            <a:r>
              <a:rPr lang="zh-CN" altLang="fr-FR" sz="2200" b="1" dirty="0"/>
              <a:t/>
            </a:r>
          </a:p>
          <a:p>
            <a:r>
              <a:rPr lang="fr-FR" altLang="zh-CN" sz="2200" b="1" dirty="0"/>
              <a:t/>
            </a:r>
            <a:r>
              <a:rPr lang="zh-CN" altLang="fr-FR" sz="2200" b="1" dirty="0"/>
              <a:t/>
            </a:r>
          </a:p>
          <a:p>
            <a:r>
              <a:rPr lang="fr-FR" altLang="zh-CN" sz="2200" b="1" dirty="0"/>
              <a:t/>
            </a:r>
            <a:r>
              <a:rPr lang="zh-CN" altLang="fr-FR" sz="2200" b="1" dirty="0"/>
              <a:t/>
            </a:r>
          </a:p>
          <a:p>
            <a:r>
              <a:rPr lang="fr-FR" altLang="zh-CN" sz="2200" b="1" dirty="0"/>
              <a:t/>
            </a:r>
            <a:r>
              <a:rPr lang="zh-CN" altLang="fr-FR" sz="2200" b="1" dirty="0"/>
              <a:t/>
            </a:r>
          </a:p>
          <a:p>
            <a:r>
              <a:rPr lang="fr-FR" altLang="zh-CN" sz="2200" b="1" dirty="0"/>
              <a:t/>
            </a:r>
            <a:r>
              <a:rPr lang="zh-CN" altLang="fr-FR" sz="2200" b="1" dirty="0"/>
              <a:t/>
            </a:r>
          </a:p>
          <a:p>
            <a:r>
              <a:rPr lang="fr-FR" altLang="zh-CN" sz="2200" b="1" dirty="0"/>
              <a:t/>
            </a:r>
            <a:r>
              <a:rPr lang="zh-CN" altLang="fr-FR" sz="2200" b="1" dirty="0"/>
              <a:t/>
            </a:r>
          </a:p>
          <a:p>
            <a:r>
              <a:rPr lang="fr-FR" altLang="zh-CN" sz="2200" b="1" dirty="0"/>
              <a:t/>
            </a:r>
            <a:r>
              <a:rPr lang="zh-CN" altLang="fr-FR" sz="2200" b="1" dirty="0"/>
              <a:t/>
            </a:r>
          </a:p>
          <a:p>
            <a:r>
              <a:rPr lang="fr-FR" altLang="zh-CN" sz="2200" b="1" dirty="0"/>
              <a:t/>
            </a:r>
            <a:r>
              <a:rPr lang="zh-CN" altLang="fr-FR" sz="2200" b="1" dirty="0"/>
              <a:t/>
            </a:r>
            <a:r>
              <a:rPr b="1" sz="2000">
                <a:latin typeface="STXingkai"/>
              </a:rPr>
              <a:t/>
            </a:r>
          </a:p>
          <a:p>
            <a:endParaRPr lang="fr-FR" dirty="0"/>
          </a:p>
        </p:txBody>
      </p:sp>
    </p:spTree>
    <p:extLst>
      <p:ext uri="{BB962C8B-B14F-4D97-AF65-F5344CB8AC3E}">
        <p14:creationId xmlns:p14="http://schemas.microsoft.com/office/powerpoint/2010/main" val="3969132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870EBE-43DF-28B1-9F7B-47B6A5809F08}"/>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AA17B06-9777-D663-F3AD-C9C0E283BF5C}"/>
              </a:ext>
            </a:extLst>
          </p:cNvPr>
          <p:cNvSpPr>
            <a:spLocks noGrp="1"/>
          </p:cNvSpPr>
          <p:nvPr>
            <p:ph type="title"/>
          </p:nvPr>
        </p:nvSpPr>
        <p:spPr>
          <a:xfrm>
            <a:off x="242827" y="120770"/>
            <a:ext cx="8915399" cy="1423358"/>
          </a:xfrm>
        </p:spPr>
        <p:txBody>
          <a:bodyPr>
            <a:normAutofit/>
          </a:bodyPr>
          <a:lstStyle/>
          <a:p>
            <a:r>
              <a:rPr lang="zh-CN" altLang="fr-FR" b="1" dirty="0"/>
              <a:t>创世纪</a:t>
            </a:r>
            <a:r>
              <a:rPr lang="fr-FR" altLang="zh-CN" b="1" dirty="0"/>
              <a:t>28:20-22</a:t>
            </a:r>
            <a:br>
              <a:rPr lang="fr-FR" altLang="zh-CN" dirty="0"/>
            </a:br>
            <a:r>
              <a:rPr b="1" sz="2000">
                <a:latin typeface="STXingkai"/>
              </a:rPr>
              <a:t/>
            </a:r>
            <a:r>
              <a:rPr b="1" sz="2000">
                <a:latin typeface="STXingkai"/>
              </a:rPr>
              <a:t/>
            </a:r>
            <a:r>
              <a:rPr b="1" sz="2000">
                <a:latin typeface="STXingkai"/>
              </a:rPr>
              <a:t/>
            </a:r>
            <a:r>
              <a:rPr b="1" sz="2000">
                <a:latin typeface="STXingkai"/>
              </a:rPr>
              <a:t/>
            </a:r>
            <a:r>
              <a:rPr b="1" sz="2000">
                <a:latin typeface="STXingkai"/>
              </a:rPr>
              <a:t/>
            </a:r>
            <a:r>
              <a:rPr b="1" sz="2000">
                <a:latin typeface="STXingkai"/>
              </a:rPr>
              <a:t/>
            </a:r>
            <a:endParaRPr lang="fr-FR" dirty="0"/>
          </a:p>
        </p:txBody>
      </p:sp>
      <p:sp>
        <p:nvSpPr>
          <p:cNvPr id="3" name="Espace réservé du texte 2">
            <a:extLst>
              <a:ext uri="{FF2B5EF4-FFF2-40B4-BE49-F238E27FC236}">
                <a16:creationId xmlns:a16="http://schemas.microsoft.com/office/drawing/2014/main" id="{06A2A6F3-9E02-1DB2-4B67-426EADC10D4A}"/>
              </a:ext>
            </a:extLst>
          </p:cNvPr>
          <p:cNvSpPr>
            <a:spLocks noGrp="1"/>
          </p:cNvSpPr>
          <p:nvPr>
            <p:ph type="body" idx="1"/>
          </p:nvPr>
        </p:nvSpPr>
        <p:spPr>
          <a:xfrm>
            <a:off x="319178" y="1147312"/>
            <a:ext cx="11775056" cy="5589917"/>
          </a:xfrm>
        </p:spPr>
        <p:txBody>
          <a:bodyPr>
            <a:normAutofit fontScale="92500" lnSpcReduction="20000"/>
          </a:bodyPr>
          <a:lstStyle/>
          <a:p>
            <a:r>
              <a:rPr lang="fr-FR" altLang="zh-CN" sz="2200" b="1" dirty="0"/>
              <a:t>20</a:t>
            </a:r>
            <a:r>
              <a:rPr lang="zh-CN" altLang="fr-FR" sz="2200" b="1" dirty="0"/>
              <a:t>雅各许愿说：“神若与我同在，在我所行的路上保佑我，又给我食物吃，衣服穿，</a:t>
            </a:r>
          </a:p>
          <a:p>
            <a:r>
              <a:rPr lang="fr-FR" altLang="zh-CN" sz="2200" b="1" dirty="0"/>
              <a:t>21</a:t>
            </a:r>
            <a:r>
              <a:rPr lang="zh-CN" altLang="fr-FR" sz="2200" b="1" dirty="0"/>
              <a:t>使我平平安安的回到我父亲的家，我就必以耶和华为我的神。</a:t>
            </a:r>
          </a:p>
          <a:p>
            <a:r>
              <a:rPr lang="fr-FR" altLang="zh-CN" sz="2200" b="1" dirty="0"/>
              <a:t>22</a:t>
            </a:r>
            <a:r>
              <a:rPr lang="zh-CN" altLang="fr-FR" sz="2200" b="1" dirty="0"/>
              <a:t>我所立为柱子的石头也必作神的殿；凡你所赐给我的，我必将十分之一献给你。”</a:t>
            </a:r>
          </a:p>
          <a:p>
            <a:r>
              <a:rPr lang="fr-FR" altLang="zh-CN" sz="2200" b="1" dirty="0"/>
              <a:t/>
            </a:r>
            <a:r>
              <a:rPr lang="zh-CN" altLang="fr-FR" sz="2200" b="1" dirty="0"/>
              <a:t/>
            </a:r>
          </a:p>
          <a:p>
            <a:r>
              <a:rPr lang="fr-FR" altLang="zh-CN" sz="2200" b="1" dirty="0"/>
              <a:t/>
            </a:r>
            <a:r>
              <a:rPr lang="zh-CN" altLang="fr-FR" sz="2200" b="1" dirty="0"/>
              <a:t/>
            </a:r>
          </a:p>
          <a:p>
            <a:r>
              <a:rPr lang="fr-FR" altLang="zh-CN" sz="2200" b="1" dirty="0"/>
              <a:t/>
            </a:r>
            <a:r>
              <a:rPr lang="zh-CN" altLang="fr-FR" sz="2200" b="1" dirty="0"/>
              <a:t/>
            </a:r>
          </a:p>
          <a:p>
            <a:r>
              <a:rPr lang="fr-FR" altLang="zh-CN" sz="2200" b="1" dirty="0"/>
              <a:t/>
            </a:r>
            <a:r>
              <a:rPr lang="zh-CN" altLang="fr-FR" sz="2200" b="1" dirty="0"/>
              <a:t/>
            </a:r>
          </a:p>
          <a:p>
            <a:r>
              <a:rPr lang="fr-FR" altLang="zh-CN" sz="2200" b="1" dirty="0"/>
              <a:t/>
            </a:r>
            <a:r>
              <a:rPr lang="zh-CN" altLang="fr-FR" sz="2200" b="1" dirty="0"/>
              <a:t/>
            </a:r>
          </a:p>
          <a:p>
            <a:r>
              <a:rPr lang="fr-FR" altLang="zh-CN" sz="2200" b="1" dirty="0"/>
              <a:t/>
            </a:r>
            <a:r>
              <a:rPr lang="zh-CN" altLang="fr-FR" sz="2200" b="1" dirty="0"/>
              <a:t/>
            </a:r>
          </a:p>
          <a:p>
            <a:r>
              <a:rPr lang="fr-FR" altLang="zh-CN" sz="2200" b="1" dirty="0"/>
              <a:t/>
            </a:r>
            <a:r>
              <a:rPr lang="zh-CN" altLang="fr-FR" sz="2200" b="1" dirty="0"/>
              <a:t/>
            </a:r>
          </a:p>
          <a:p>
            <a:r>
              <a:rPr lang="fr-FR" altLang="zh-CN" sz="2200" b="1" dirty="0"/>
              <a:t/>
            </a:r>
            <a:r>
              <a:rPr lang="zh-CN" altLang="fr-FR" sz="2200" b="1" dirty="0"/>
              <a:t/>
            </a:r>
          </a:p>
          <a:p>
            <a:r>
              <a:rPr lang="fr-FR" altLang="zh-CN" sz="2200" b="1" dirty="0"/>
              <a:t/>
            </a:r>
            <a:r>
              <a:rPr lang="zh-CN" altLang="fr-FR" sz="2200" b="1" dirty="0"/>
              <a:t/>
            </a:r>
          </a:p>
          <a:p>
            <a:r>
              <a:rPr lang="fr-FR" altLang="zh-CN" sz="2200" b="1" dirty="0"/>
              <a:t/>
            </a:r>
            <a:r>
              <a:rPr lang="zh-CN" altLang="fr-FR" sz="2200" b="1" dirty="0"/>
              <a:t/>
            </a:r>
          </a:p>
          <a:p>
            <a:r>
              <a:rPr lang="fr-FR" altLang="zh-CN" sz="2200" b="1" dirty="0"/>
              <a:t/>
            </a:r>
            <a:r>
              <a:rPr lang="zh-CN" altLang="fr-FR" sz="2200" b="1" dirty="0"/>
              <a:t/>
            </a:r>
            <a:r>
              <a:rPr b="1" sz="2000">
                <a:latin typeface="STXingkai"/>
              </a:rPr>
              <a:t/>
            </a:r>
          </a:p>
          <a:p>
            <a:endParaRPr lang="fr-FR" dirty="0"/>
          </a:p>
        </p:txBody>
      </p:sp>
    </p:spTree>
    <p:extLst>
      <p:ext uri="{BB962C8B-B14F-4D97-AF65-F5344CB8AC3E}">
        <p14:creationId xmlns:p14="http://schemas.microsoft.com/office/powerpoint/2010/main" val="3477006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1A73BF-E929-71B3-2820-2A1573E57DD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4E690AA3-E356-6085-1784-31EEDF17BB5C}"/>
              </a:ext>
            </a:extLst>
          </p:cNvPr>
          <p:cNvSpPr>
            <a:spLocks noGrp="1"/>
          </p:cNvSpPr>
          <p:nvPr>
            <p:ph type="title"/>
          </p:nvPr>
        </p:nvSpPr>
        <p:spPr>
          <a:xfrm>
            <a:off x="242827" y="120770"/>
            <a:ext cx="8915399" cy="1423358"/>
          </a:xfrm>
        </p:spPr>
        <p:txBody>
          <a:bodyPr>
            <a:normAutofit/>
          </a:bodyPr>
          <a:lstStyle/>
          <a:p>
            <a:r>
              <a:rPr lang="zh-CN" altLang="fr-FR" b="1" dirty="0" sz="5000">
                <a:solidFill>
                  <a:srgbClr val="000000"/>
                </a:solidFill>
              </a:rPr>
              <a:t/>
            </a:r>
            <a:r>
              <a:rPr lang="fr-FR" altLang="zh-CN" b="1" dirty="0" sz="5000">
                <a:solidFill>
                  <a:srgbClr val="000000"/>
                </a:solidFill>
              </a:rPr>
              <a:t/>
            </a:r>
            <a:br>
              <a:rPr lang="fr-FR" altLang="zh-CN" dirty="0"/>
            </a:br>
            <a:r>
              <a:rPr b="1" sz="5000">
                <a:solidFill>
                  <a:srgbClr val="000000"/>
                </a:solidFill>
                <a:latin typeface="STXingkai"/>
              </a:rPr>
              <a:t/>
            </a:r>
            <a:r>
              <a:rPr b="1" sz="5000">
                <a:solidFill>
                  <a:srgbClr val="000000"/>
                </a:solidFill>
                <a:latin typeface="STXingkai"/>
              </a:rPr>
              <a:t/>
            </a:r>
            <a:r>
              <a:rPr b="1" sz="5000">
                <a:solidFill>
                  <a:srgbClr val="000000"/>
                </a:solidFill>
                <a:latin typeface="STXingkai"/>
              </a:rPr>
              <a:t/>
            </a:r>
            <a:r>
              <a:rPr b="1" sz="5000">
                <a:solidFill>
                  <a:srgbClr val="000000"/>
                </a:solidFill>
                <a:latin typeface="STXingkai"/>
              </a:rPr>
              <a:t/>
            </a:r>
            <a:r>
              <a:rPr b="1" sz="5000">
                <a:solidFill>
                  <a:srgbClr val="000000"/>
                </a:solidFill>
                <a:latin typeface="STXingkai"/>
              </a:rPr>
              <a:t/>
            </a:r>
            <a:r>
              <a:rPr b="1" sz="5000">
                <a:solidFill>
                  <a:srgbClr val="000000"/>
                </a:solidFill>
                <a:latin typeface="STXingkai"/>
              </a:rPr>
              <a:t/>
            </a:r>
            <a:endParaRPr lang="fr-FR" dirty="0"/>
          </a:p>
        </p:txBody>
      </p:sp>
      <p:sp>
        <p:nvSpPr>
          <p:cNvPr id="3" name="Espace réservé du texte 2">
            <a:extLst>
              <a:ext uri="{FF2B5EF4-FFF2-40B4-BE49-F238E27FC236}">
                <a16:creationId xmlns:a16="http://schemas.microsoft.com/office/drawing/2014/main" id="{D870651D-E9E0-9A4F-8BE3-C455914D3001}"/>
              </a:ext>
            </a:extLst>
          </p:cNvPr>
          <p:cNvSpPr>
            <a:spLocks noGrp="1"/>
          </p:cNvSpPr>
          <p:nvPr>
            <p:ph type="body" idx="1"/>
          </p:nvPr>
        </p:nvSpPr>
        <p:spPr>
          <a:xfrm>
            <a:off x="319178" y="1147312"/>
            <a:ext cx="11775056" cy="5589917"/>
          </a:xfrm>
        </p:spPr>
        <p:txBody>
          <a:bodyPr>
            <a:normAutofit fontScale="92500" lnSpcReduction="20000"/>
          </a:bodyPr>
          <a:lstStyle/>
          <a:p>
            <a:r>
              <a:rPr lang="fr-FR" altLang="zh-CN" sz="5000" b="1" dirty="0">
                <a:solidFill>
                  <a:srgbClr val="000000"/>
                </a:solidFill>
              </a:rPr>
              <a:t/>
            </a:r>
            <a:r>
              <a:rPr lang="zh-CN" altLang="fr-FR" sz="5000" b="1" dirty="0">
                <a:solidFill>
                  <a:srgbClr val="000000"/>
                </a:solidFill>
              </a:rPr>
              <a:t/>
            </a:r>
          </a:p>
          <a:p>
            <a:r>
              <a:rPr lang="fr-FR" altLang="zh-CN" sz="5000" b="1" dirty="0">
                <a:solidFill>
                  <a:srgbClr val="000000"/>
                </a:solidFill>
              </a:rPr>
              <a:t/>
            </a:r>
            <a:r>
              <a:rPr lang="zh-CN" altLang="fr-FR" sz="5000" b="1" dirty="0">
                <a:solidFill>
                  <a:srgbClr val="000000"/>
                </a:solidFill>
              </a:rPr>
              <a:t>                                圣餐</a:t>
            </a:r>
          </a:p>
          <a:p>
            <a:r>
              <a:rPr lang="fr-FR" altLang="zh-CN" sz="5000" b="1" dirty="0">
                <a:solidFill>
                  <a:srgbClr val="000000"/>
                </a:solidFill>
              </a:rPr>
              <a:t/>
            </a:r>
            <a:r>
              <a:rPr lang="zh-CN" altLang="fr-FR" sz="5000" b="1" dirty="0">
                <a:solidFill>
                  <a:srgbClr val="000000"/>
                </a:solidFill>
              </a:rPr>
              <a:t/>
            </a:r>
          </a:p>
          <a:p>
            <a:r>
              <a:rPr lang="fr-FR" altLang="zh-CN" sz="5000" b="1" dirty="0">
                <a:solidFill>
                  <a:srgbClr val="000000"/>
                </a:solidFill>
              </a:rPr>
              <a:t/>
            </a:r>
            <a:r>
              <a:rPr lang="zh-CN" altLang="fr-FR" sz="5000" b="1" dirty="0">
                <a:solidFill>
                  <a:srgbClr val="000000"/>
                </a:solidFill>
              </a:rPr>
              <a:t/>
            </a:r>
          </a:p>
          <a:p>
            <a:r>
              <a:rPr lang="fr-FR" altLang="zh-CN" sz="5000" b="1" dirty="0">
                <a:solidFill>
                  <a:srgbClr val="000000"/>
                </a:solidFill>
              </a:rPr>
              <a:t/>
            </a:r>
            <a:r>
              <a:rPr lang="zh-CN" altLang="fr-FR" sz="5000" b="1" dirty="0">
                <a:solidFill>
                  <a:srgbClr val="000000"/>
                </a:solidFill>
              </a:rPr>
              <a:t>耶稣说：“我就是生命的粮。到我这里来的，必定不饿；信我的，也必永远不渴。”</a:t>
            </a:r>
          </a:p>
          <a:p>
            <a:r>
              <a:rPr lang="fr-FR" altLang="zh-CN" sz="5000" b="1" dirty="0">
                <a:solidFill>
                  <a:srgbClr val="000000"/>
                </a:solidFill>
              </a:rPr>
              <a:t/>
            </a:r>
            <a:r>
              <a:rPr lang="zh-CN" altLang="fr-FR" sz="5000" b="1" dirty="0">
                <a:solidFill>
                  <a:srgbClr val="000000"/>
                </a:solidFill>
              </a:rPr>
              <a:t/>
            </a:r>
          </a:p>
          <a:p>
            <a:r>
              <a:rPr lang="fr-FR" altLang="zh-CN" sz="5000" b="1" dirty="0">
                <a:solidFill>
                  <a:srgbClr val="000000"/>
                </a:solidFill>
              </a:rPr>
              <a:t/>
            </a:r>
            <a:r>
              <a:rPr lang="zh-CN" altLang="fr-FR" sz="5000" b="1" dirty="0">
                <a:solidFill>
                  <a:srgbClr val="000000"/>
                </a:solidFill>
              </a:rPr>
              <a:t/>
            </a:r>
          </a:p>
          <a:p>
            <a:r>
              <a:rPr lang="fr-FR" altLang="zh-CN" sz="5000" b="1" dirty="0">
                <a:solidFill>
                  <a:srgbClr val="000000"/>
                </a:solidFill>
              </a:rPr>
              <a:t/>
            </a:r>
            <a:r>
              <a:rPr lang="zh-CN" altLang="fr-FR" sz="5000" b="1" dirty="0">
                <a:solidFill>
                  <a:srgbClr val="000000"/>
                </a:solidFill>
              </a:rPr>
              <a:t/>
            </a:r>
          </a:p>
          <a:p>
            <a:r>
              <a:rPr lang="fr-FR" altLang="zh-CN" sz="5000" b="1" dirty="0">
                <a:solidFill>
                  <a:srgbClr val="000000"/>
                </a:solidFill>
              </a:rPr>
              <a:t/>
            </a:r>
            <a:r>
              <a:rPr lang="zh-CN" altLang="fr-FR" sz="5000" b="1" dirty="0">
                <a:solidFill>
                  <a:srgbClr val="000000"/>
                </a:solidFill>
              </a:rPr>
              <a:t/>
            </a:r>
          </a:p>
          <a:p>
            <a:r>
              <a:rPr lang="fr-FR" altLang="zh-CN" sz="5000" b="1" dirty="0">
                <a:solidFill>
                  <a:srgbClr val="000000"/>
                </a:solidFill>
              </a:rPr>
              <a:t/>
            </a:r>
            <a:r>
              <a:rPr lang="zh-CN" altLang="fr-FR" sz="5000" b="1" dirty="0">
                <a:solidFill>
                  <a:srgbClr val="000000"/>
                </a:solidFill>
              </a:rPr>
              <a:t/>
            </a:r>
          </a:p>
          <a:p>
            <a:r>
              <a:rPr lang="fr-FR" altLang="zh-CN" sz="5000" b="1" dirty="0">
                <a:solidFill>
                  <a:srgbClr val="000000"/>
                </a:solidFill>
              </a:rPr>
              <a:t/>
            </a:r>
            <a:r>
              <a:rPr lang="zh-CN" altLang="fr-FR" sz="5000" b="1" dirty="0">
                <a:solidFill>
                  <a:srgbClr val="000000"/>
                </a:solidFill>
              </a:rPr>
              <a:t/>
            </a:r>
          </a:p>
          <a:p>
            <a:r>
              <a:rPr lang="fr-FR" altLang="zh-CN" sz="5000" b="1" dirty="0">
                <a:solidFill>
                  <a:srgbClr val="000000"/>
                </a:solidFill>
              </a:rPr>
              <a:t/>
            </a:r>
            <a:r>
              <a:rPr lang="zh-CN" altLang="fr-FR" sz="5000" b="1" dirty="0">
                <a:solidFill>
                  <a:srgbClr val="000000"/>
                </a:solidFill>
              </a:rPr>
              <a:t/>
            </a:r>
          </a:p>
          <a:p>
            <a:r>
              <a:rPr lang="fr-FR" altLang="zh-CN" sz="5000" b="1" dirty="0">
                <a:solidFill>
                  <a:srgbClr val="000000"/>
                </a:solidFill>
              </a:rPr>
              <a:t/>
            </a:r>
            <a:r>
              <a:rPr lang="zh-CN" altLang="fr-FR" sz="5000" b="1" dirty="0">
                <a:solidFill>
                  <a:srgbClr val="000000"/>
                </a:solidFill>
              </a:rPr>
              <a:t/>
            </a:r>
          </a:p>
          <a:p>
            <a:r>
              <a:rPr lang="fr-FR" altLang="zh-CN" sz="5000" b="1" dirty="0">
                <a:solidFill>
                  <a:srgbClr val="000000"/>
                </a:solidFill>
              </a:rPr>
              <a:t/>
            </a:r>
            <a:r>
              <a:rPr lang="zh-CN" altLang="fr-FR" sz="5000" b="1" dirty="0">
                <a:solidFill>
                  <a:srgbClr val="000000"/>
                </a:solidFill>
              </a:rPr>
              <a:t/>
            </a:r>
            <a:r>
              <a:rPr b="1" sz="5000">
                <a:solidFill>
                  <a:srgbClr val="000000"/>
                </a:solidFill>
                <a:latin typeface="STXingkai"/>
              </a:rPr>
              <a:t/>
            </a:r>
          </a:p>
          <a:p>
            <a:endParaRPr lang="fr-FR" dirty="0"/>
          </a:p>
        </p:txBody>
      </p:sp>
    </p:spTree>
    <p:extLst>
      <p:ext uri="{BB962C8B-B14F-4D97-AF65-F5344CB8AC3E}">
        <p14:creationId xmlns:p14="http://schemas.microsoft.com/office/powerpoint/2010/main" val="2826339998"/>
      </p:ext>
    </p:extLst>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6.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0" y="0"/>
            <a:ext cx="12192000" cy="6858000"/>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2"/>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625FA3-13CD-E2F6-5499-6F12CEC040C9}"/>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2C07E35-B887-6F88-48B5-46AB41EE9830}"/>
              </a:ext>
            </a:extLst>
          </p:cNvPr>
          <p:cNvSpPr>
            <a:spLocks noGrp="1"/>
          </p:cNvSpPr>
          <p:nvPr>
            <p:ph type="title"/>
          </p:nvPr>
        </p:nvSpPr>
        <p:spPr>
          <a:xfrm>
            <a:off x="242827" y="120770"/>
            <a:ext cx="8915399" cy="1423358"/>
          </a:xfrm>
        </p:spPr>
        <p:txBody>
          <a:bodyPr>
            <a:normAutofit/>
          </a:bodyPr>
          <a:lstStyle/>
          <a:p>
            <a:r>
              <a:rPr lang="zh-CN" altLang="fr-FR" b="1" dirty="0" sz="3300">
                <a:solidFill>
                  <a:srgbClr val="000000"/>
                </a:solidFill>
              </a:rPr>
              <a:t>信望爱9月份财务
</a:t>
            </a:r>
            <a:r>
              <a:rPr lang="fr-FR" altLang="zh-CN" b="1" dirty="0" sz="3300">
                <a:solidFill>
                  <a:srgbClr val="000000"/>
                </a:solidFill>
              </a:rPr>
              <a:t/>
            </a:r>
            <a:br>
              <a:rPr lang="fr-FR" altLang="zh-CN" dirty="0"/>
            </a:br>
            <a:r>
              <a:rPr b="1" sz="3300">
                <a:solidFill>
                  <a:srgbClr val="000000"/>
                </a:solidFill>
                <a:latin typeface="STXingkai"/>
              </a:rPr>
              <a:t/>
            </a:r>
            <a:r>
              <a:rPr b="1" sz="3300">
                <a:solidFill>
                  <a:srgbClr val="000000"/>
                </a:solidFill>
                <a:latin typeface="STXingkai"/>
              </a:rPr>
              <a:t/>
            </a:r>
            <a:r>
              <a:rPr b="1" sz="3300">
                <a:solidFill>
                  <a:srgbClr val="000000"/>
                </a:solidFill>
                <a:latin typeface="STXingkai"/>
              </a:rPr>
              <a:t/>
            </a:r>
            <a:r>
              <a:rPr b="1" sz="3300">
                <a:solidFill>
                  <a:srgbClr val="000000"/>
                </a:solidFill>
                <a:latin typeface="STXingkai"/>
              </a:rPr>
              <a:t/>
            </a:r>
            <a:r>
              <a:rPr b="1" sz="3300">
                <a:solidFill>
                  <a:srgbClr val="000000"/>
                </a:solidFill>
                <a:latin typeface="STXingkai"/>
              </a:rPr>
              <a:t/>
            </a:r>
            <a:r>
              <a:rPr b="1" sz="3300">
                <a:solidFill>
                  <a:srgbClr val="000000"/>
                </a:solidFill>
                <a:latin typeface="STXingkai"/>
              </a:rPr>
              <a:t/>
            </a:r>
            <a:endParaRPr lang="fr-FR" dirty="0"/>
          </a:p>
        </p:txBody>
      </p:sp>
      <p:sp>
        <p:nvSpPr>
          <p:cNvPr id="3" name="Espace réservé du texte 2">
            <a:extLst>
              <a:ext uri="{FF2B5EF4-FFF2-40B4-BE49-F238E27FC236}">
                <a16:creationId xmlns:a16="http://schemas.microsoft.com/office/drawing/2014/main" id="{787EC0D3-3EED-9BA9-655D-46F35C24B679}"/>
              </a:ext>
            </a:extLst>
          </p:cNvPr>
          <p:cNvSpPr>
            <a:spLocks noGrp="1"/>
          </p:cNvSpPr>
          <p:nvPr>
            <p:ph type="body" idx="1"/>
          </p:nvPr>
        </p:nvSpPr>
        <p:spPr>
          <a:xfrm>
            <a:off x="319178" y="1147312"/>
            <a:ext cx="11775056" cy="5589917"/>
          </a:xfrm>
        </p:spPr>
        <p:txBody>
          <a:bodyPr>
            <a:normAutofit fontScale="92500" lnSpcReduction="20000"/>
          </a:bodyPr>
          <a:lstStyle/>
          <a:p>
            <a:r>
              <a:rPr lang="fr-FR" altLang="zh-CN" sz="3300" b="1" dirty="0">
                <a:solidFill>
                  <a:srgbClr val="000000"/>
                </a:solidFill>
              </a:rPr>
              <a:t/>
            </a:r>
            <a:r>
              <a:rPr lang="zh-CN" altLang="fr-FR" sz="3300" b="1" dirty="0">
                <a:solidFill>
                  <a:srgbClr val="000000"/>
                </a:solidFill>
              </a:rPr>
              <a:t>8月份奉献余额5195.24欧元</a:t>
            </a:r>
          </a:p>
          <a:p>
            <a:r>
              <a:rPr lang="fr-FR" altLang="zh-CN" sz="3300" b="1" dirty="0">
                <a:solidFill>
                  <a:srgbClr val="000000"/>
                </a:solidFill>
              </a:rPr>
              <a:t/>
            </a:r>
            <a:r>
              <a:rPr lang="zh-CN" altLang="fr-FR" sz="3300" b="1" dirty="0">
                <a:solidFill>
                  <a:srgbClr val="000000"/>
                </a:solidFill>
              </a:rPr>
              <a:t>9月份奉献收入1000欧元</a:t>
            </a:r>
          </a:p>
          <a:p>
            <a:r>
              <a:rPr lang="fr-FR" altLang="zh-CN" sz="3300" b="1" dirty="0">
                <a:solidFill>
                  <a:srgbClr val="000000"/>
                </a:solidFill>
              </a:rPr>
              <a:t>9月份支出</a:t>
            </a:r>
            <a:r>
              <a:rPr lang="zh-CN" altLang="fr-FR" sz="3300" b="1" dirty="0">
                <a:solidFill>
                  <a:srgbClr val="000000"/>
                </a:solidFill>
              </a:rPr>
              <a:t/>
            </a:r>
          </a:p>
          <a:p>
            <a:r>
              <a:rPr lang="fr-FR" altLang="zh-CN" sz="3300" b="1" dirty="0">
                <a:solidFill>
                  <a:srgbClr val="000000"/>
                </a:solidFill>
              </a:rPr>
              <a:t/>
            </a:r>
            <a:r>
              <a:rPr lang="zh-CN" altLang="fr-FR" sz="3300" b="1" dirty="0">
                <a:solidFill>
                  <a:srgbClr val="000000"/>
                </a:solidFill>
              </a:rPr>
              <a:t> * 爱宴支出：279.66欧元</a:t>
            </a:r>
          </a:p>
          <a:p>
            <a:r>
              <a:rPr lang="fr-FR" altLang="zh-CN" sz="3300" b="1" dirty="0">
                <a:solidFill>
                  <a:srgbClr val="000000"/>
                </a:solidFill>
              </a:rPr>
              <a:t/>
            </a:r>
            <a:r>
              <a:rPr lang="zh-CN" altLang="fr-FR" sz="3300" b="1" dirty="0">
                <a:solidFill>
                  <a:srgbClr val="000000"/>
                </a:solidFill>
              </a:rPr>
              <a:t> * 水笼头更换：42.32欧元</a:t>
            </a:r>
          </a:p>
          <a:p>
            <a:r>
              <a:rPr lang="fr-FR" altLang="zh-CN" sz="3300" b="1" dirty="0">
                <a:solidFill>
                  <a:srgbClr val="000000"/>
                </a:solidFill>
              </a:rPr>
              <a:t/>
            </a:r>
            <a:r>
              <a:rPr lang="zh-CN" altLang="fr-FR" sz="3300" b="1" dirty="0">
                <a:solidFill>
                  <a:srgbClr val="000000"/>
                </a:solidFill>
              </a:rPr>
              <a:t> * 银行卡支付：协会费用: 15欧元</a:t>
            </a:r>
          </a:p>
          <a:p>
            <a:r>
              <a:rPr lang="fr-FR" altLang="zh-CN" sz="3300" b="1" dirty="0">
                <a:solidFill>
                  <a:srgbClr val="000000"/>
                </a:solidFill>
              </a:rPr>
              <a:t/>
            </a:r>
            <a:r>
              <a:rPr lang="zh-CN" altLang="fr-FR" sz="3300" b="1" dirty="0">
                <a:solidFill>
                  <a:srgbClr val="000000"/>
                </a:solidFill>
              </a:rPr>
              <a:t> * 支持国莲姐妹奉禄：600欧元</a:t>
            </a:r>
          </a:p>
          <a:p>
            <a:r>
              <a:rPr lang="fr-FR" altLang="zh-CN" sz="3300" b="1" dirty="0">
                <a:solidFill>
                  <a:srgbClr val="000000"/>
                </a:solidFill>
              </a:rPr>
              <a:t/>
            </a:r>
            <a:r>
              <a:rPr lang="zh-CN" altLang="fr-FR" sz="3300" b="1" dirty="0">
                <a:solidFill>
                  <a:srgbClr val="000000"/>
                </a:solidFill>
              </a:rPr>
              <a:t> * 学习法语课的费用：100欧元</a:t>
            </a:r>
          </a:p>
          <a:p>
            <a:r>
              <a:rPr lang="fr-FR" altLang="zh-CN" sz="3300" b="1" dirty="0">
                <a:solidFill>
                  <a:srgbClr val="000000"/>
                </a:solidFill>
              </a:rPr>
              <a:t/>
            </a:r>
            <a:r>
              <a:rPr lang="zh-CN" altLang="fr-FR" sz="3300" b="1" dirty="0">
                <a:solidFill>
                  <a:srgbClr val="000000"/>
                </a:solidFill>
              </a:rPr>
              <a:t> * 扶持帮助支体费用：100欧元</a:t>
            </a:r>
          </a:p>
          <a:p>
            <a:r>
              <a:rPr lang="fr-FR" altLang="zh-CN" sz="3300" b="1" dirty="0">
                <a:solidFill>
                  <a:srgbClr val="000000"/>
                </a:solidFill>
              </a:rPr>
              <a:t/>
            </a:r>
            <a:r>
              <a:rPr lang="zh-CN" altLang="fr-FR" sz="3300" b="1" dirty="0">
                <a:solidFill>
                  <a:srgbClr val="000000"/>
                </a:solidFill>
              </a:rPr>
              <a:t>9月份结余5058.26欧元</a:t>
            </a:r>
          </a:p>
          <a:p>
            <a:r>
              <a:rPr lang="fr-FR" altLang="zh-CN" sz="3300" b="1" dirty="0">
                <a:solidFill>
                  <a:srgbClr val="000000"/>
                </a:solidFill>
              </a:rPr>
              <a:t/>
            </a:r>
            <a:r>
              <a:rPr lang="zh-CN" altLang="fr-FR" sz="3300" b="1" dirty="0">
                <a:solidFill>
                  <a:srgbClr val="000000"/>
                </a:solidFill>
              </a:rPr>
              <a:t/>
            </a:r>
          </a:p>
          <a:p>
            <a:r>
              <a:rPr lang="fr-FR" altLang="zh-CN" sz="3300" b="1" dirty="0">
                <a:solidFill>
                  <a:srgbClr val="000000"/>
                </a:solidFill>
              </a:rPr>
              <a:t/>
            </a:r>
            <a:r>
              <a:rPr lang="zh-CN" altLang="fr-FR" sz="3300" b="1" dirty="0">
                <a:solidFill>
                  <a:srgbClr val="000000"/>
                </a:solidFill>
              </a:rPr>
              <a:t/>
            </a:r>
          </a:p>
          <a:p>
            <a:r>
              <a:rPr lang="fr-FR" altLang="zh-CN" sz="3300" b="1" dirty="0">
                <a:solidFill>
                  <a:srgbClr val="000000"/>
                </a:solidFill>
              </a:rPr>
              <a:t/>
            </a:r>
            <a:r>
              <a:rPr lang="zh-CN" altLang="fr-FR" sz="3300" b="1" dirty="0">
                <a:solidFill>
                  <a:srgbClr val="000000"/>
                </a:solidFill>
              </a:rPr>
              <a:t/>
            </a:r>
          </a:p>
          <a:p>
            <a:r>
              <a:rPr lang="fr-FR" altLang="zh-CN" sz="3300" b="1" dirty="0">
                <a:solidFill>
                  <a:srgbClr val="000000"/>
                </a:solidFill>
              </a:rPr>
              <a:t/>
            </a:r>
            <a:r>
              <a:rPr lang="zh-CN" altLang="fr-FR" sz="3300" b="1" dirty="0">
                <a:solidFill>
                  <a:srgbClr val="000000"/>
                </a:solidFill>
              </a:rPr>
              <a:t/>
            </a:r>
            <a:r>
              <a:rPr b="1" sz="3300">
                <a:solidFill>
                  <a:srgbClr val="000000"/>
                </a:solidFill>
                <a:latin typeface="STXingkai"/>
              </a:rPr>
              <a:t/>
            </a:r>
          </a:p>
          <a:p>
            <a:endParaRPr lang="fr-FR" dirty="0"/>
          </a:p>
        </p:txBody>
      </p:sp>
    </p:spTree>
    <p:extLst>
      <p:ext uri="{BB962C8B-B14F-4D97-AF65-F5344CB8AC3E}">
        <p14:creationId xmlns:p14="http://schemas.microsoft.com/office/powerpoint/2010/main" val="13357186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C3EAD1-75A6-3FB6-694F-A48D341CBE73}"/>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3519E723-CF25-98D1-2BEF-00B859811F4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884982" y="0"/>
            <a:ext cx="1307018" cy="1800000"/>
          </a:xfrm>
          <a:prstGeom prst="rect">
            <a:avLst/>
          </a:prstGeom>
          <a:noFill/>
          <a:ln>
            <a:noFill/>
          </a:ln>
        </p:spPr>
      </p:pic>
      <p:sp>
        <p:nvSpPr>
          <p:cNvPr id="3" name="Rectangle 2">
            <a:extLst>
              <a:ext uri="{FF2B5EF4-FFF2-40B4-BE49-F238E27FC236}">
                <a16:creationId xmlns:a16="http://schemas.microsoft.com/office/drawing/2014/main" id="{B136FEB2-0344-B9D5-0D95-89C1409DE329}"/>
              </a:ext>
            </a:extLst>
          </p:cNvPr>
          <p:cNvSpPr/>
          <p:nvPr/>
        </p:nvSpPr>
        <p:spPr>
          <a:xfrm>
            <a:off x="157204" y="-70109"/>
            <a:ext cx="10727778" cy="1446550"/>
          </a:xfrm>
          <a:prstGeom prst="rect">
            <a:avLst/>
          </a:prstGeom>
        </p:spPr>
        <p:txBody>
          <a:bodyPr wrap="square">
            <a:spAutoFit/>
          </a:bodyPr>
          <a:lstStyle/>
          <a:p>
            <a:r>
              <a:rPr lang="fr-FR" sz="8800" b="1" dirty="0"/>
              <a:t> </a:t>
            </a:r>
            <a:r>
              <a:rPr lang="fr-FR" sz="4000" b="1" dirty="0">
                <a:solidFill>
                  <a:schemeClr val="accent2"/>
                </a:solidFill>
              </a:rPr>
              <a:t>     </a:t>
            </a:r>
            <a:endParaRPr lang="fr-FR" sz="4000" dirty="0">
              <a:solidFill>
                <a:schemeClr val="accent2"/>
              </a:solidFill>
            </a:endParaRPr>
          </a:p>
        </p:txBody>
      </p:sp>
      <p:sp>
        <p:nvSpPr>
          <p:cNvPr id="5" name="Rectangle 4">
            <a:extLst>
              <a:ext uri="{FF2B5EF4-FFF2-40B4-BE49-F238E27FC236}">
                <a16:creationId xmlns:a16="http://schemas.microsoft.com/office/drawing/2014/main" id="{B18501E0-0138-12F5-05CA-6845EBF4BD1F}"/>
              </a:ext>
            </a:extLst>
          </p:cNvPr>
          <p:cNvSpPr/>
          <p:nvPr/>
        </p:nvSpPr>
        <p:spPr>
          <a:xfrm>
            <a:off x="241540" y="-70109"/>
            <a:ext cx="11950459" cy="6571030"/>
          </a:xfrm>
          <a:prstGeom prst="rect">
            <a:avLst/>
          </a:prstGeom>
        </p:spPr>
        <p:txBody>
          <a:bodyPr wrap="square">
            <a:spAutoFit/>
          </a:bodyPr>
          <a:lstStyle/>
          <a:p>
            <a:r>
              <a:rPr lang="zh-CN" altLang="fr-FR" sz="1900" b="1" dirty="0">
                <a:solidFill>
                  <a:srgbClr val="000000"/>
                </a:solidFill>
              </a:rPr>
              <a:t>教会代祷事项报告</a:t>
            </a:r>
            <a:r>
              <a:rPr b="1" sz="1900">
                <a:solidFill>
                  <a:srgbClr val="000000"/>
                </a:solidFill>
                <a:latin typeface="STXingkai"/>
              </a:rPr>
              <a:t/>
            </a:r>
          </a:p>
          <a:p>
            <a:endParaRPr lang="zh-CN" altLang="fr-FR" sz="2400" b="1" dirty="0">
              <a:solidFill>
                <a:srgbClr val="000000"/>
              </a:solidFill>
            </a:endParaRPr>
          </a:p>
          <a:p>
            <a:r>
              <a:rPr lang="fr-FR" altLang="zh-CN" sz="1900" b="1" dirty="0">
                <a:solidFill>
                  <a:srgbClr val="000000"/>
                </a:solidFill>
                <a:latin typeface="+mn-ea"/>
              </a:rPr>
              <a:t>1</a:t>
            </a:r>
            <a:r>
              <a:rPr lang="zh-CN" altLang="fr-FR" sz="1900" b="1" dirty="0">
                <a:solidFill>
                  <a:srgbClr val="000000"/>
                </a:solidFill>
                <a:latin typeface="+mn-ea"/>
              </a:rPr>
              <a:t>信望爱基督之家同工开始上街分发福音单张的事工，我们向神感恩，每个世人都有听到福音的权利，每个基督的门徒都有传福音的责任和义务。
</a:t>
            </a:r>
            <a:r>
              <a:rPr b="1" sz="1900">
                <a:solidFill>
                  <a:srgbClr val="000000"/>
                </a:solidFill>
                <a:latin typeface="STXingkai"/>
              </a:rPr>
              <a:t/>
            </a:r>
          </a:p>
          <a:p>
            <a:r>
              <a:rPr lang="fr-FR" altLang="zh-CN" sz="1900" b="1" dirty="0">
                <a:solidFill>
                  <a:srgbClr val="000000"/>
                </a:solidFill>
                <a:latin typeface="+mn-ea"/>
              </a:rPr>
              <a:t>2</a:t>
            </a:r>
            <a:r>
              <a:rPr lang="zh-CN" altLang="fr-FR" sz="1900" b="1" dirty="0">
                <a:solidFill>
                  <a:srgbClr val="000000"/>
                </a:solidFill>
                <a:latin typeface="+mn-ea"/>
              </a:rPr>
              <a:t>为本月23-25号，爱心之家将在基督国度爱心教会举办第一次的使命差遣宣教大会来祷告，愿神赐下恩典和怜悯，与参与的弟兄姐妹同在，愿圣灵的火充满整个会场，愿圣灵的恩膏充满每个讲员，愿神的爱，宣教的使命来换醒每一个弟兄姐妹，荣耀归主！
</a:t>
            </a:r>
            <a:r>
              <a:rPr lang="fr-FR" altLang="zh-CN" sz="1900" b="1" dirty="0">
                <a:solidFill>
                  <a:srgbClr val="000000"/>
                </a:solidFill>
                <a:latin typeface="+mn-ea"/>
              </a:rPr>
              <a:t>3</a:t>
            </a:r>
            <a:r>
              <a:rPr lang="zh-CN" altLang="fr-FR" sz="1900" b="1" dirty="0">
                <a:solidFill>
                  <a:srgbClr val="000000"/>
                </a:solidFill>
                <a:latin typeface="+mn-ea"/>
              </a:rPr>
              <a:t>为国莲姐妹在信望爱基督之家作实习传道来代祷，愿神赐给她智慧和聪明，按正意分解神的道，作无愧的工人，得蒙神喜悦。
</a:t>
            </a:r>
            <a:r>
              <a:rPr lang="fr-FR" altLang="zh-CN" sz="1900" b="1" dirty="0">
                <a:solidFill>
                  <a:srgbClr val="000000"/>
                </a:solidFill>
                <a:latin typeface="+mn-ea"/>
              </a:rPr>
              <a:t>4</a:t>
            </a:r>
            <a:r>
              <a:rPr lang="zh-CN" altLang="fr-FR" sz="1900" b="1" dirty="0">
                <a:solidFill>
                  <a:srgbClr val="000000"/>
                </a:solidFill>
                <a:latin typeface="+mn-ea"/>
              </a:rPr>
              <a:t>为9月份第一周受洗的弟兄姊妹（卜祥峰，张娟娟、王铠，孙浩然,徐彦彬）来祷告，求神坚固信心，每一天都经历神的恩典。
</a:t>
            </a:r>
            <a:r>
              <a:rPr lang="fr-FR" altLang="zh-CN" sz="1900" b="1" dirty="0">
                <a:solidFill>
                  <a:srgbClr val="000000"/>
                </a:solidFill>
                <a:latin typeface="+mn-ea"/>
              </a:rPr>
              <a:t>5</a:t>
            </a:r>
            <a:r>
              <a:rPr lang="zh-CN" altLang="fr-FR" sz="1900" b="1" dirty="0">
                <a:solidFill>
                  <a:srgbClr val="000000"/>
                </a:solidFill>
                <a:latin typeface="+mn-ea"/>
              </a:rPr>
              <a:t>为慕道友（丁建波，白建亮王子键，张洪伟，杨满荣，胡小芳，张宇，金辉，刘克辉）来祷告，求神的灵来感动他们，好让他们得着上好的福份。
</a:t>
            </a:r>
            <a:r>
              <a:rPr lang="fr-FR" altLang="zh-CN" sz="1900" b="1" dirty="0">
                <a:solidFill>
                  <a:srgbClr val="000000"/>
                </a:solidFill>
                <a:latin typeface="+mn-ea"/>
              </a:rPr>
              <a:t>6</a:t>
            </a:r>
            <a:r>
              <a:rPr lang="zh-CN" altLang="fr-FR" sz="1900" b="1" dirty="0">
                <a:solidFill>
                  <a:srgbClr val="000000"/>
                </a:solidFill>
                <a:latin typeface="+mn-ea"/>
              </a:rPr>
              <a:t>为教会软弱的肢体来代求，求神的爱再次浇灌他们，使他们重新恢复与神的关系，荣耀归主！
</a:t>
            </a:r>
            <a:r>
              <a:rPr lang="fr-FR" altLang="zh-CN" sz="1900" b="1" dirty="0">
                <a:solidFill>
                  <a:srgbClr val="000000"/>
                </a:solidFill>
                <a:latin typeface="+mn-ea"/>
              </a:rPr>
              <a:t>7</a:t>
            </a:r>
            <a:r>
              <a:rPr lang="zh-CN" altLang="fr-FR" sz="1900" b="1" dirty="0">
                <a:solidFill>
                  <a:srgbClr val="000000"/>
                </a:solidFill>
                <a:latin typeface="+mn-ea"/>
              </a:rPr>
              <a:t>为Arron,Maria,Anna,这三个孩子疑难杂症来祷告，在人不能，在神凡事都能！甚愿神的权柄，医治的大能临到徐霞姐妹，藉着她的手来医治他们的身体，使三个孩子完全得以康复，荣耀归主！为陈忠勇弟兄的身体，求神来医治，使他康复,荣耀归主！
</a:t>
            </a:r>
            <a:r>
              <a:rPr lang="fr-FR" altLang="zh-CN" sz="1900" b="1" dirty="0">
                <a:solidFill>
                  <a:srgbClr val="000000"/>
                </a:solidFill>
                <a:latin typeface="+mn-ea"/>
              </a:rPr>
              <a:t>8</a:t>
            </a:r>
            <a:r>
              <a:rPr lang="zh-CN" altLang="fr-FR" sz="1900" b="1" dirty="0">
                <a:solidFill>
                  <a:srgbClr val="000000"/>
                </a:solidFill>
                <a:latin typeface="+mn-ea"/>
              </a:rPr>
              <a:t>为兴隆弟兄回国与家人团聚，求神与他同在，赐下恩典，让他的父母也能认识独一真神，荣耀归主！
</a:t>
            </a:r>
            <a:r>
              <a:rPr lang="fr-FR" altLang="zh-CN" sz="1900" b="1" dirty="0">
                <a:solidFill>
                  <a:srgbClr val="000000"/>
                </a:solidFill>
                <a:latin typeface="+mn-ea"/>
              </a:rPr>
              <a:t>9</a:t>
            </a:r>
            <a:r>
              <a:rPr lang="zh-CN" altLang="fr-FR" sz="1900" b="1" dirty="0">
                <a:solidFill>
                  <a:srgbClr val="000000"/>
                </a:solidFill>
                <a:latin typeface="+mn-ea"/>
              </a:rPr>
              <a:t>为教会在申请或延期居留的（张宇、卜祥峰弟兄，国莲姐妹）祷告，若神许可，在这件事上见证神的荣耀！
</a:t>
            </a:r>
            <a:r>
              <a:rPr lang="fr-FR" altLang="zh-CN" sz="1900" b="1" dirty="0">
                <a:solidFill>
                  <a:srgbClr val="000000"/>
                </a:solidFill>
                <a:latin typeface="+mn-ea"/>
              </a:rPr>
              <a:t>10</a:t>
            </a:r>
            <a:r>
              <a:rPr lang="zh-CN" altLang="fr-FR" sz="1900" b="1" dirty="0">
                <a:solidFill>
                  <a:srgbClr val="000000"/>
                </a:solidFill>
                <a:latin typeface="+mn-ea"/>
              </a:rPr>
              <a:t>为在约旦服事的中国宣教士和他们的家庭来祷告，求神赐给他们荣耀的丰富，使他们凡事富足。
</a:t>
            </a:r>
            <a:r>
              <a:rPr sz="1900" b="1" dirty="0">
                <a:solidFill>
                  <a:srgbClr val="000000"/>
                </a:solidFill>
                <a:latin typeface="+mn-ea"/>
              </a:rPr>
              <a:t>11</a:t>
            </a:r>
            <a:r>
              <a:rPr sz="1900" b="1" dirty="0">
                <a:solidFill>
                  <a:srgbClr val="000000"/>
                </a:solidFill>
                <a:latin typeface="STXingkai"/>
              </a:rPr>
              <a:t>为教会的法语老师和同学们来祷告，通过学习法语课,愿意委身，并且来认识神。荣耀主的名！
</a:t>
            </a:r>
            <a:r>
              <a:rPr sz="1900" b="1" dirty="0">
                <a:solidFill>
                  <a:srgbClr val="000000"/>
                </a:solidFill>
                <a:latin typeface="STXingkai"/>
              </a:rPr>
              <a:t>12</a:t>
            </a:r>
            <a:r>
              <a:rPr b="1" sz="1900">
                <a:solidFill>
                  <a:srgbClr val="000000"/>
                </a:solidFill>
                <a:latin typeface="STXingkai"/>
              </a:rPr>
              <a:t>为教会每周二，每周五下午15：30到17：30发放福音单张，求神预备同工，参与传福音的事工，让更多人能听闻福音。
</a:t>
            </a:r>
            <a:r>
              <a:rPr b="1" sz="1900">
                <a:solidFill>
                  <a:srgbClr val="000000"/>
                </a:solidFill>
                <a:latin typeface="STXingkai"/>
              </a:rPr>
              <a:t/>
            </a:r>
            <a:r>
              <a:rPr b="1" sz="1900">
                <a:solidFill>
                  <a:srgbClr val="000000"/>
                </a:solidFill>
                <a:latin typeface="STXingkai"/>
              </a:rPr>
              <a:t/>
            </a:r>
            <a:r>
              <a:rPr b="1" sz="1900">
                <a:solidFill>
                  <a:srgbClr val="000000"/>
                </a:solidFill>
                <a:latin typeface="STXingkai"/>
              </a:rPr>
              <a:t/>
            </a:r>
            <a:r>
              <a:rPr b="1" sz="1900">
                <a:solidFill>
                  <a:srgbClr val="000000"/>
                </a:solidFill>
                <a:latin typeface="STXingkai"/>
              </a:rPr>
              <a:t/>
            </a:r>
            <a:r>
              <a:rPr b="1" sz="1900">
                <a:solidFill>
                  <a:srgbClr val="000000"/>
                </a:solidFill>
                <a:latin typeface="STXingkai"/>
              </a:rPr>
              <a:t/>
            </a:r>
            <a:r>
              <a:rPr b="1" sz="1900">
                <a:solidFill>
                  <a:srgbClr val="000000"/>
                </a:solidFill>
                <a:latin typeface="STXingkai"/>
              </a:rPr>
              <a:t/>
            </a:r>
            <a:r>
              <a:rPr b="1" sz="1900">
                <a:solidFill>
                  <a:srgbClr val="000000"/>
                </a:solidFill>
                <a:latin typeface="STXingkai"/>
              </a:rPr>
              <a:t/>
            </a:r>
            <a:r>
              <a:rPr b="1" sz="1900">
                <a:solidFill>
                  <a:srgbClr val="000000"/>
                </a:solidFill>
                <a:latin typeface="STXingkai"/>
              </a:rPr>
              <a:t/>
            </a:r>
          </a:p>
        </p:txBody>
      </p:sp>
    </p:spTree>
    <p:extLst>
      <p:ext uri="{BB962C8B-B14F-4D97-AF65-F5344CB8AC3E}">
        <p14:creationId xmlns:p14="http://schemas.microsoft.com/office/powerpoint/2010/main" val="23093280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D2048C-643E-E6CB-160F-5A316C056868}"/>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7CE2F275-77A4-4807-B6B4-CD62204D45D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884982" y="0"/>
            <a:ext cx="1307018" cy="1800000"/>
          </a:xfrm>
          <a:prstGeom prst="rect">
            <a:avLst/>
          </a:prstGeom>
          <a:noFill/>
          <a:ln>
            <a:noFill/>
          </a:ln>
        </p:spPr>
      </p:pic>
      <p:sp>
        <p:nvSpPr>
          <p:cNvPr id="3" name="Rectangle 2"/>
          <p:cNvSpPr/>
          <p:nvPr/>
        </p:nvSpPr>
        <p:spPr>
          <a:xfrm>
            <a:off x="1934308" y="735310"/>
            <a:ext cx="8547331" cy="1446550"/>
          </a:xfrm>
          <a:prstGeom prst="rect">
            <a:avLst/>
          </a:prstGeom>
        </p:spPr>
        <p:txBody>
          <a:bodyPr wrap="square">
            <a:spAutoFit/>
          </a:bodyPr>
          <a:lstStyle/>
          <a:p>
            <a:r>
              <a:rPr lang="fr-FR" sz="8800" b="1" dirty="0"/>
              <a:t>     </a:t>
            </a:r>
            <a:r>
              <a:rPr lang="zh-CN" altLang="fr-FR" sz="8800" b="1" dirty="0">
                <a:solidFill>
                  <a:srgbClr val="FFC000"/>
                </a:solidFill>
              </a:rPr>
              <a:t>欢迎新朋友</a:t>
            </a:r>
            <a:r>
              <a:rPr lang="fr-FR" sz="8800" dirty="0"/>
              <a:t>                                 </a:t>
            </a:r>
          </a:p>
        </p:txBody>
      </p:sp>
      <p:sp>
        <p:nvSpPr>
          <p:cNvPr id="6" name="ZoneTexte 5">
            <a:extLst>
              <a:ext uri="{FF2B5EF4-FFF2-40B4-BE49-F238E27FC236}">
                <a16:creationId xmlns:a16="http://schemas.microsoft.com/office/drawing/2014/main" id="{66A34E03-E31C-1E26-A70B-F7C1777DD088}"/>
              </a:ext>
            </a:extLst>
          </p:cNvPr>
          <p:cNvSpPr txBox="1"/>
          <p:nvPr/>
        </p:nvSpPr>
        <p:spPr>
          <a:xfrm>
            <a:off x="1029730" y="3854584"/>
            <a:ext cx="11088130" cy="923330"/>
          </a:xfrm>
          <a:prstGeom prst="rect">
            <a:avLst/>
          </a:prstGeom>
          <a:noFill/>
        </p:spPr>
        <p:txBody>
          <a:bodyPr wrap="square">
            <a:spAutoFit/>
          </a:bodyPr>
          <a:lstStyle/>
          <a:p>
            <a:r>
              <a:rPr lang="zh-CN" altLang="fr-FR" sz="5400" b="1" dirty="0">
                <a:solidFill>
                  <a:srgbClr val="C00000"/>
                </a:solidFill>
              </a:rPr>
              <a:t>“当信主耶稣，你和你一家都必得救”</a:t>
            </a:r>
          </a:p>
        </p:txBody>
      </p:sp>
    </p:spTree>
    <p:extLst>
      <p:ext uri="{BB962C8B-B14F-4D97-AF65-F5344CB8AC3E}">
        <p14:creationId xmlns:p14="http://schemas.microsoft.com/office/powerpoint/2010/main" val="41066744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B4B7FA-799E-6E03-3063-D2FE7B9B9B8A}"/>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717F34FC-F662-E131-0C84-9673887284E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884982" y="0"/>
            <a:ext cx="1307018" cy="1800000"/>
          </a:xfrm>
          <a:prstGeom prst="rect">
            <a:avLst/>
          </a:prstGeom>
          <a:noFill/>
          <a:ln>
            <a:noFill/>
          </a:ln>
        </p:spPr>
      </p:pic>
      <p:sp>
        <p:nvSpPr>
          <p:cNvPr id="3" name="Rectangle 2">
            <a:extLst>
              <a:ext uri="{FF2B5EF4-FFF2-40B4-BE49-F238E27FC236}">
                <a16:creationId xmlns:a16="http://schemas.microsoft.com/office/drawing/2014/main" id="{4E5A96C2-25ED-0B30-3F28-95FB366943E7}"/>
              </a:ext>
            </a:extLst>
          </p:cNvPr>
          <p:cNvSpPr/>
          <p:nvPr/>
        </p:nvSpPr>
        <p:spPr>
          <a:xfrm>
            <a:off x="1934308" y="735310"/>
            <a:ext cx="8547331" cy="1446550"/>
          </a:xfrm>
          <a:prstGeom prst="rect">
            <a:avLst/>
          </a:prstGeom>
        </p:spPr>
        <p:txBody>
          <a:bodyPr wrap="square">
            <a:spAutoFit/>
          </a:bodyPr>
          <a:lstStyle/>
          <a:p>
            <a:r>
              <a:rPr lang="fr-FR" sz="8800" b="1" dirty="0"/>
              <a:t>     </a:t>
            </a:r>
            <a:r>
              <a:rPr lang="zh-CN" altLang="fr-FR" sz="8800" b="1" dirty="0">
                <a:solidFill>
                  <a:srgbClr val="FFC000"/>
                </a:solidFill>
              </a:rPr>
              <a:t>领受祝福</a:t>
            </a:r>
            <a:r>
              <a:rPr lang="fr-FR" sz="8800" dirty="0"/>
              <a:t>                                 </a:t>
            </a:r>
          </a:p>
        </p:txBody>
      </p:sp>
      <p:sp>
        <p:nvSpPr>
          <p:cNvPr id="5" name="Rectangle 4">
            <a:extLst>
              <a:ext uri="{FF2B5EF4-FFF2-40B4-BE49-F238E27FC236}">
                <a16:creationId xmlns:a16="http://schemas.microsoft.com/office/drawing/2014/main" id="{0B387628-70C3-C2CB-5857-1CD9640D1B21}"/>
              </a:ext>
            </a:extLst>
          </p:cNvPr>
          <p:cNvSpPr/>
          <p:nvPr/>
        </p:nvSpPr>
        <p:spPr>
          <a:xfrm>
            <a:off x="927378" y="3588612"/>
            <a:ext cx="11264622" cy="2369880"/>
          </a:xfrm>
          <a:prstGeom prst="rect">
            <a:avLst/>
          </a:prstGeom>
        </p:spPr>
        <p:txBody>
          <a:bodyPr wrap="none">
            <a:spAutoFit/>
          </a:bodyPr>
          <a:lstStyle/>
          <a:p>
            <a:r>
              <a:rPr lang="zh-CN" altLang="fr-FR" sz="3600" b="1" dirty="0">
                <a:solidFill>
                  <a:srgbClr val="C00000"/>
                </a:solidFill>
              </a:rPr>
              <a:t>愿恩惠、平安从　神我们的父和主耶稣基督归与你们！</a:t>
            </a:r>
            <a:endParaRPr lang="fr-FR" altLang="zh-CN" sz="3600" b="1" dirty="0">
              <a:solidFill>
                <a:srgbClr val="C00000"/>
              </a:solidFill>
            </a:endParaRPr>
          </a:p>
          <a:p>
            <a:endParaRPr lang="fr-FR" sz="3600" b="1" dirty="0">
              <a:solidFill>
                <a:schemeClr val="accent1"/>
              </a:solidFill>
            </a:endParaRPr>
          </a:p>
          <a:p>
            <a:endParaRPr lang="fr-FR" sz="3600" b="1" dirty="0">
              <a:solidFill>
                <a:schemeClr val="accent1"/>
              </a:solidFill>
            </a:endParaRPr>
          </a:p>
          <a:p>
            <a:r>
              <a:rPr lang="fr-FR" sz="3600" b="1" dirty="0">
                <a:solidFill>
                  <a:schemeClr val="accent1"/>
                </a:solidFill>
              </a:rPr>
              <a:t>               </a:t>
            </a:r>
            <a:endParaRPr lang="fr-FR" sz="2800" b="1" dirty="0">
              <a:solidFill>
                <a:schemeClr val="accent2"/>
              </a:solidFill>
            </a:endParaRPr>
          </a:p>
        </p:txBody>
      </p:sp>
    </p:spTree>
    <p:extLst>
      <p:ext uri="{BB962C8B-B14F-4D97-AF65-F5344CB8AC3E}">
        <p14:creationId xmlns:p14="http://schemas.microsoft.com/office/powerpoint/2010/main" val="35675008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C94F62-DAE2-C1EF-84B0-37823C3361A1}"/>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490E1830-6047-9427-5BA1-1727278D440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884982" y="0"/>
            <a:ext cx="1307018" cy="1800000"/>
          </a:xfrm>
          <a:prstGeom prst="rect">
            <a:avLst/>
          </a:prstGeom>
          <a:noFill/>
          <a:ln>
            <a:noFill/>
          </a:ln>
        </p:spPr>
      </p:pic>
      <p:sp>
        <p:nvSpPr>
          <p:cNvPr id="6" name="ZoneTexte 5">
            <a:extLst>
              <a:ext uri="{FF2B5EF4-FFF2-40B4-BE49-F238E27FC236}">
                <a16:creationId xmlns:a16="http://schemas.microsoft.com/office/drawing/2014/main" id="{6AE54F85-1617-1EB3-958F-8C2235A29337}"/>
              </a:ext>
            </a:extLst>
          </p:cNvPr>
          <p:cNvSpPr txBox="1"/>
          <p:nvPr/>
        </p:nvSpPr>
        <p:spPr>
          <a:xfrm>
            <a:off x="851143" y="80304"/>
            <a:ext cx="12192000" cy="5940088"/>
          </a:xfrm>
          <a:prstGeom prst="rect">
            <a:avLst/>
          </a:prstGeom>
          <a:noFill/>
        </p:spPr>
        <p:txBody>
          <a:bodyPr wrap="square">
            <a:spAutoFit/>
          </a:bodyPr>
          <a:lstStyle/>
          <a:p>
            <a:r>
              <a:rPr lang="zh-CN" altLang="fr-FR" sz="6000" b="1" dirty="0">
                <a:solidFill>
                  <a:schemeClr val="accent2"/>
                </a:solidFill>
              </a:rPr>
              <a:t>聚会结束</a:t>
            </a:r>
            <a:r>
              <a:rPr lang="fr-FR" altLang="zh-CN" sz="6000" b="1" dirty="0">
                <a:solidFill>
                  <a:schemeClr val="accent2"/>
                </a:solidFill>
              </a:rPr>
              <a:t>—</a:t>
            </a:r>
            <a:r>
              <a:rPr lang="zh-CN" altLang="fr-FR" sz="6000" b="1" dirty="0">
                <a:solidFill>
                  <a:schemeClr val="accent2"/>
                </a:solidFill>
              </a:rPr>
              <a:t>彼此祝福后散会</a:t>
            </a:r>
          </a:p>
          <a:p>
            <a:r>
              <a:rPr lang="fr-FR" altLang="zh-CN" sz="3600" b="1" dirty="0"/>
              <a:t>   </a:t>
            </a:r>
          </a:p>
          <a:p>
            <a:r>
              <a:rPr lang="fr-FR" altLang="zh-CN" sz="3600" b="1" dirty="0"/>
              <a:t>      </a:t>
            </a:r>
            <a:r>
              <a:rPr lang="fr-FR" altLang="zh-CN" sz="3600" b="1" dirty="0">
                <a:solidFill>
                  <a:srgbClr val="C00000"/>
                </a:solidFill>
              </a:rPr>
              <a:t>=</a:t>
            </a:r>
            <a:r>
              <a:rPr lang="zh-CN" altLang="fr-FR" sz="3600" b="1" dirty="0">
                <a:solidFill>
                  <a:srgbClr val="C00000"/>
                </a:solidFill>
              </a:rPr>
              <a:t>请大家留步享用爱宴晚餐</a:t>
            </a:r>
            <a:r>
              <a:rPr lang="fr-FR" altLang="zh-CN" sz="3600" b="1" dirty="0">
                <a:solidFill>
                  <a:srgbClr val="C00000"/>
                </a:solidFill>
              </a:rPr>
              <a:t>: 18:00 </a:t>
            </a:r>
            <a:r>
              <a:rPr lang="zh-CN" altLang="fr-FR" sz="3600" b="1" dirty="0">
                <a:solidFill>
                  <a:srgbClr val="C00000"/>
                </a:solidFill>
              </a:rPr>
              <a:t>开饭</a:t>
            </a:r>
          </a:p>
          <a:p>
            <a:r>
              <a:rPr lang="fr-FR" altLang="zh-CN" sz="3600" b="1" dirty="0"/>
              <a:t>      </a:t>
            </a:r>
            <a:r>
              <a:rPr lang="fr-FR" altLang="zh-CN" sz="3600" b="1" dirty="0">
                <a:solidFill>
                  <a:srgbClr val="C00000"/>
                </a:solidFill>
              </a:rPr>
              <a:t>= </a:t>
            </a:r>
            <a:r>
              <a:rPr lang="zh-CN" altLang="fr-FR" sz="3600" b="1" dirty="0">
                <a:solidFill>
                  <a:srgbClr val="C00000"/>
                </a:solidFill>
              </a:rPr>
              <a:t>信望爱基督之家教会事工表</a:t>
            </a:r>
            <a:r>
              <a:rPr lang="fr-FR" altLang="zh-CN" sz="3600" b="1" dirty="0">
                <a:solidFill>
                  <a:srgbClr val="C00000"/>
                </a:solidFill>
              </a:rPr>
              <a:t>:</a:t>
            </a:r>
            <a:r>
              <a:rPr lang="fr-FR" altLang="zh-CN" sz="3600" b="1" dirty="0"/>
              <a:t> </a:t>
            </a:r>
          </a:p>
          <a:p>
            <a:r>
              <a:rPr lang="zh-CN" altLang="fr-FR" sz="2800" b="1" dirty="0">
                <a:solidFill>
                  <a:srgbClr val="002060"/>
                </a:solidFill>
              </a:rPr>
              <a:t>                           学法文小组</a:t>
            </a:r>
            <a:r>
              <a:rPr lang="fr-FR" altLang="zh-CN" sz="2800" b="1" dirty="0">
                <a:solidFill>
                  <a:srgbClr val="002060"/>
                </a:solidFill>
              </a:rPr>
              <a:t>–</a:t>
            </a:r>
            <a:r>
              <a:rPr lang="zh-CN" altLang="fr-FR" sz="2800" b="1" dirty="0">
                <a:solidFill>
                  <a:srgbClr val="002060"/>
                </a:solidFill>
              </a:rPr>
              <a:t>星期天 </a:t>
            </a:r>
            <a:r>
              <a:rPr lang="fr-FR" altLang="zh-CN" sz="2800" b="1" dirty="0">
                <a:solidFill>
                  <a:srgbClr val="002060"/>
                </a:solidFill>
              </a:rPr>
              <a:t>13:30-14:30  </a:t>
            </a:r>
          </a:p>
          <a:p>
            <a:r>
              <a:rPr lang="zh-CN" altLang="fr-FR" sz="2800" b="1" dirty="0">
                <a:solidFill>
                  <a:srgbClr val="002060"/>
                </a:solidFill>
              </a:rPr>
              <a:t>                           主日崇拜</a:t>
            </a:r>
            <a:r>
              <a:rPr lang="fr-FR" altLang="zh-CN" sz="2800" b="1" dirty="0">
                <a:solidFill>
                  <a:srgbClr val="002060"/>
                </a:solidFill>
              </a:rPr>
              <a:t>–</a:t>
            </a:r>
            <a:r>
              <a:rPr lang="zh-CN" altLang="fr-FR" sz="2800" b="1" dirty="0">
                <a:solidFill>
                  <a:srgbClr val="002060"/>
                </a:solidFill>
              </a:rPr>
              <a:t>星期天     </a:t>
            </a:r>
            <a:r>
              <a:rPr lang="fr-FR" altLang="zh-CN" sz="2800" b="1" dirty="0">
                <a:solidFill>
                  <a:srgbClr val="002060"/>
                </a:solidFill>
              </a:rPr>
              <a:t>15:00-17:00</a:t>
            </a:r>
            <a:r>
              <a:rPr lang="zh-CN" altLang="fr-FR" sz="2800" b="1" dirty="0">
                <a:solidFill>
                  <a:srgbClr val="002060"/>
                </a:solidFill>
              </a:rPr>
              <a:t>                           </a:t>
            </a:r>
            <a:endParaRPr lang="fr-FR" altLang="zh-CN" sz="2800" b="1" dirty="0">
              <a:solidFill>
                <a:srgbClr val="002060"/>
              </a:solidFill>
            </a:endParaRPr>
          </a:p>
          <a:p>
            <a:r>
              <a:rPr lang="fr-FR" altLang="zh-CN" sz="2800" b="1" dirty="0">
                <a:solidFill>
                  <a:srgbClr val="002060"/>
                </a:solidFill>
              </a:rPr>
              <a:t>						</a:t>
            </a:r>
            <a:r>
              <a:rPr lang="zh-CN" altLang="fr-FR" sz="2800" b="1" dirty="0">
                <a:solidFill>
                  <a:srgbClr val="002060"/>
                </a:solidFill>
              </a:rPr>
              <a:t>旷野小组</a:t>
            </a:r>
            <a:r>
              <a:rPr lang="fr-FR" altLang="zh-CN" sz="2800" b="1" dirty="0">
                <a:solidFill>
                  <a:srgbClr val="002060"/>
                </a:solidFill>
              </a:rPr>
              <a:t>–</a:t>
            </a:r>
            <a:r>
              <a:rPr lang="zh-CN" altLang="fr-FR" sz="2800" b="1" dirty="0">
                <a:solidFill>
                  <a:srgbClr val="002060"/>
                </a:solidFill>
              </a:rPr>
              <a:t>星期三     </a:t>
            </a:r>
            <a:r>
              <a:rPr lang="fr-FR" altLang="zh-CN" sz="2800" b="1" dirty="0">
                <a:solidFill>
                  <a:srgbClr val="002060"/>
                </a:solidFill>
              </a:rPr>
              <a:t>20:30-22:30</a:t>
            </a:r>
          </a:p>
          <a:p>
            <a:r>
              <a:rPr lang="zh-CN" altLang="fr-FR" sz="2800" b="1" dirty="0">
                <a:solidFill>
                  <a:srgbClr val="002060"/>
                </a:solidFill>
              </a:rPr>
              <a:t>                           荒漠小组</a:t>
            </a:r>
            <a:r>
              <a:rPr lang="fr-FR" altLang="zh-CN" sz="2800" b="1" dirty="0">
                <a:solidFill>
                  <a:srgbClr val="002060"/>
                </a:solidFill>
              </a:rPr>
              <a:t>–</a:t>
            </a:r>
            <a:r>
              <a:rPr lang="zh-CN" altLang="fr-FR" sz="2800" b="1" dirty="0">
                <a:solidFill>
                  <a:srgbClr val="002060"/>
                </a:solidFill>
              </a:rPr>
              <a:t>星期四     </a:t>
            </a:r>
            <a:r>
              <a:rPr lang="fr-FR" altLang="zh-CN" sz="2800" b="1" dirty="0">
                <a:solidFill>
                  <a:srgbClr val="002060"/>
                </a:solidFill>
              </a:rPr>
              <a:t>20:00-21:30 ( </a:t>
            </a:r>
            <a:r>
              <a:rPr lang="zh-CN" altLang="fr-FR" sz="2800" b="1" dirty="0">
                <a:solidFill>
                  <a:srgbClr val="002060"/>
                </a:solidFill>
              </a:rPr>
              <a:t>线上</a:t>
            </a:r>
            <a:r>
              <a:rPr lang="fr-FR" altLang="zh-CN" sz="2800" b="1" dirty="0">
                <a:solidFill>
                  <a:srgbClr val="002060"/>
                </a:solidFill>
              </a:rPr>
              <a:t>)</a:t>
            </a:r>
          </a:p>
          <a:p>
            <a:r>
              <a:rPr lang="fr-FR" altLang="zh-CN" sz="2800" b="1" dirty="0">
                <a:solidFill>
                  <a:srgbClr val="002060"/>
                </a:solidFill>
              </a:rPr>
              <a:t>                           </a:t>
            </a:r>
            <a:r>
              <a:rPr lang="zh-CN" altLang="fr-FR" sz="2800" b="1" dirty="0">
                <a:solidFill>
                  <a:srgbClr val="002060"/>
                </a:solidFill>
              </a:rPr>
              <a:t>祷告小组</a:t>
            </a:r>
            <a:r>
              <a:rPr lang="fr-FR" altLang="zh-CN" sz="2800" b="1" dirty="0">
                <a:solidFill>
                  <a:srgbClr val="002060"/>
                </a:solidFill>
              </a:rPr>
              <a:t>- </a:t>
            </a:r>
            <a:r>
              <a:rPr lang="zh-CN" altLang="fr-FR" sz="2800" b="1" dirty="0">
                <a:solidFill>
                  <a:srgbClr val="002060"/>
                </a:solidFill>
              </a:rPr>
              <a:t>星期六    </a:t>
            </a:r>
            <a:r>
              <a:rPr lang="fr-FR" altLang="zh-CN" sz="2800" b="1" dirty="0">
                <a:solidFill>
                  <a:srgbClr val="002060"/>
                </a:solidFill>
              </a:rPr>
              <a:t>16:00-18:00</a:t>
            </a:r>
          </a:p>
          <a:p>
            <a:r>
              <a:rPr lang="fr-FR" altLang="zh-CN" sz="3600" b="1" dirty="0">
                <a:solidFill>
                  <a:schemeClr val="accent2"/>
                </a:solidFill>
              </a:rPr>
              <a:t>        </a:t>
            </a:r>
          </a:p>
          <a:p>
            <a:r>
              <a:rPr lang="fr-FR" altLang="zh-CN" sz="3600" b="1" dirty="0">
                <a:solidFill>
                  <a:schemeClr val="accent2"/>
                </a:solidFill>
              </a:rPr>
              <a:t>        </a:t>
            </a:r>
            <a:r>
              <a:rPr lang="zh-CN" altLang="fr-FR" sz="3600" b="1" dirty="0">
                <a:solidFill>
                  <a:schemeClr val="accent2"/>
                </a:solidFill>
              </a:rPr>
              <a:t>诚挚欢迎大家再来</a:t>
            </a:r>
            <a:r>
              <a:rPr lang="fr-FR" altLang="zh-CN" sz="3600" b="1" dirty="0">
                <a:solidFill>
                  <a:schemeClr val="accent2"/>
                </a:solidFill>
              </a:rPr>
              <a:t>, </a:t>
            </a:r>
            <a:r>
              <a:rPr lang="zh-CN" altLang="fr-FR" sz="3600" b="1" dirty="0">
                <a:solidFill>
                  <a:schemeClr val="accent2"/>
                </a:solidFill>
              </a:rPr>
              <a:t>一起认识基督耶稣</a:t>
            </a:r>
            <a:endParaRPr lang="fr-FR" sz="3600" b="1" dirty="0">
              <a:solidFill>
                <a:schemeClr val="accent2"/>
              </a:solidFill>
            </a:endParaRPr>
          </a:p>
        </p:txBody>
      </p:sp>
    </p:spTree>
    <p:extLst>
      <p:ext uri="{BB962C8B-B14F-4D97-AF65-F5344CB8AC3E}">
        <p14:creationId xmlns:p14="http://schemas.microsoft.com/office/powerpoint/2010/main" val="11347477"/>
      </p:ext>
    </p:extLst>
  </p:cSld>
  <p:clrMapOvr>
    <a:masterClrMapping/>
  </p:clrMapOvr>
</p:sld>
</file>

<file path=ppt/theme/theme1.xml><?xml version="1.0" encoding="utf-8"?>
<a:theme xmlns:a="http://schemas.openxmlformats.org/drawingml/2006/main" name="Brin">
  <a:themeElements>
    <a:clrScheme name="Brin">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Brin">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Brin">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0</TotalTime>
  <Words>5295</Words>
  <Application>Microsoft Office PowerPoint</Application>
  <PresentationFormat>Grand écran</PresentationFormat>
  <Paragraphs>211</Paragraphs>
  <Slides>24</Slides>
  <Notes>0</Notes>
  <HiddenSlides>0</HiddenSlides>
  <MMClips>3</MMClips>
  <ScaleCrop>false</ScaleCrop>
  <HeadingPairs>
    <vt:vector size="6" baseType="variant">
      <vt:variant>
        <vt:lpstr>Polices utilisées</vt:lpstr>
      </vt:variant>
      <vt:variant>
        <vt:i4>9</vt:i4>
      </vt:variant>
      <vt:variant>
        <vt:lpstr>Thème</vt:lpstr>
      </vt:variant>
      <vt:variant>
        <vt:i4>1</vt:i4>
      </vt:variant>
      <vt:variant>
        <vt:lpstr>Titres des diapositives</vt:lpstr>
      </vt:variant>
      <vt:variant>
        <vt:i4>24</vt:i4>
      </vt:variant>
    </vt:vector>
  </HeadingPairs>
  <TitlesOfParts>
    <vt:vector size="34" baseType="lpstr">
      <vt:lpstr>STXingkai</vt:lpstr>
      <vt:lpstr>华文中宋</vt:lpstr>
      <vt:lpstr>幼圆</vt:lpstr>
      <vt:lpstr>Algerian</vt:lpstr>
      <vt:lpstr>Arial</vt:lpstr>
      <vt:lpstr>Calibri</vt:lpstr>
      <vt:lpstr>Century Gothic</vt:lpstr>
      <vt:lpstr>Matura MT Script Capitals</vt:lpstr>
      <vt:lpstr>Wingdings 3</vt:lpstr>
      <vt:lpstr>Brin</vt:lpstr>
      <vt:lpstr>Présentation PowerPoint</vt:lpstr>
      <vt:lpstr>         宣召经文提后书  2：21 </vt:lpstr>
      <vt:lpstr>         敬拜赞美       </vt:lpstr>
      <vt:lpstr>Présentation PowerPoint</vt:lpstr>
      <vt:lpstr>Présentation PowerPoint</vt:lpstr>
      <vt:lpstr>Présentation PowerPoint</vt:lpstr>
      <vt:lpstr>Présentation PowerPoint</vt:lpstr>
      <vt:lpstr>Présentation PowerPoint</vt:lpstr>
      <vt:lpstr>主日证道:                                                                 同心合意，兴旺福音。生命成长，建立教会。 以弗所书4:1-32       吳兴隆弟兄 证道, 周国莲宣教士 回应</vt:lpstr>
      <vt:lpstr>以弗所书4:1-14 </vt:lpstr>
      <vt:lpstr>以弗所书4:1-14 </vt:lpstr>
      <vt:lpstr>以弗所书4:1-14 </vt:lpstr>
      <vt:lpstr>以弗所书4:1-14 </vt:lpstr>
      <vt:lpstr>以弗所书4:1-14 </vt:lpstr>
      <vt:lpstr>以弗所书4:1-14 </vt:lpstr>
      <vt:lpstr>以弗所书4:1-14 </vt:lpstr>
      <vt:lpstr>以弗所书4:1-14 </vt:lpstr>
      <vt:lpstr>以弗所书4:1-14 </vt:lpstr>
      <vt:lpstr>以弗所书4:1-14 </vt:lpstr>
      <vt:lpstr>以弗所书4:1-14 </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信望爱之家</dc:title>
  <dc:creator>Microsoft Office User</dc:creator>
  <cp:lastModifiedBy>WANG Zijan (GRDF)</cp:lastModifiedBy>
  <cp:revision>365</cp:revision>
  <dcterms:created xsi:type="dcterms:W3CDTF">2024-11-16T18:47:01Z</dcterms:created>
  <dcterms:modified xsi:type="dcterms:W3CDTF">2026-09-11T19:31:56Z</dcterms:modified>
</cp:coreProperties>
</file>