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81" r:id="rId4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79" r:id="rId26"/>
    <p:sldId id="257" r:id="rId27"/>
    <p:sldId id="261" r:id="rId28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08/03/2026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很高兴认识你们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</a:t>
            </a:r>
          </a:p>
          <a:p>
            <a:pPr algn="l" defTabSz="457200">
              <a:lnSpc>
                <a:spcPct val="100000"/>
              </a:lnSpc>
            </a:pP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[wa] oi oy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C'est toi? 是你？ 
Au revoir再见
Bonsoir晚上好
Le Poisson 鱼
Trois 3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实用的技能: compter 1-10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un,une - 1 deux -2
trois - 3 quatre - 4 cinq - 5
six - 6 sept - 7 huit - 8
neuf - 9 dix - 10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约翰福音6：35 耶稣说 我就是生命的粮，到我这里来的，必定不饿，信我的，永远不可。阿们！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Jésus leur dit: Je suis le pain de vie. Celui qui vient à moi n'aura jamais faim, et celui qui croit en moi n'aura jamais soif.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