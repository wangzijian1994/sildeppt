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10"/>
    <p:sldId id="259" r:id="rId12"/>
    <p:sldId id="26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15/02/2026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启示录3：20 看哪、我站在门外叩门。若有听见我声音就开门的、我要进到他那里去、我与他、他与我一同坐席。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Voici, je me tiens à la porte et je frappe. Si quelqu’un entend ma voix et ouvre la porte, j’entrerai chez lui, je souperai avec lui et lui avec moi.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2628</Words>
  <Application>Microsoft Office PowerPoint</Application>
  <PresentationFormat>Grand écran</PresentationFormat>
  <Paragraphs>129</Paragraphs>
  <Slides>27</Slides>
  <Notes>1</Notes>
  <HiddenSlides>0</HiddenSlides>
  <MMClips>4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宣召经文以弗所书 3:20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493</cp:revision>
  <dcterms:created xsi:type="dcterms:W3CDTF">2024-11-16T18:47:01Z</dcterms:created>
  <dcterms:modified xsi:type="dcterms:W3CDTF">2026-01-01T22:05:33Z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