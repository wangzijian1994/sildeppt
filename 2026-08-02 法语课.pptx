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02/08/2026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箴言3：6 在你一切所行的事上、都要认定他、他必指引你的路。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