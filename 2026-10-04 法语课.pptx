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04/10/2026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箴言15 ：3 耶和华的眼目、无处不在。恶人善人、他都鉴察。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