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81" r:id="rId4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57" r:id="rId27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05/04/2026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很高兴认识你们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</a:t>
            </a:r>
          </a:p>
          <a:p>
            <a:pPr algn="l" defTabSz="457200">
              <a:lnSpc>
                <a:spcPct val="100000"/>
              </a:lnSpc>
            </a:pP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箴言 3:13 得智慧 ，得聪明的，这人便为有福。
3:14 因为得智慧胜过得银子，其利益强如精金，
3:15  比珍珠宝贵，你一切所喜爱的，都不足与比较。
3:16  她右手有长寿，左手有高贵。阿们！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