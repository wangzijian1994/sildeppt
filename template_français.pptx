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960" r:id="rId1"/>
    <p:sldMasterId id="2147483977" r:id="rId2"/>
  </p:sldMasterIdLst>
  <p:notesMasterIdLst>
    <p:notesMasterId r:id="rId30"/>
  </p:notesMasterIdLst>
  <p:sldIdLst>
    <p:sldId id="256" r:id="rId3"/>
    <p:sldId id="281" r:id="rId4"/>
    <p:sldId id="282" r:id="rId5"/>
    <p:sldId id="280" r:id="rId2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glise Amour du Christ" initials="EA" lastIdx="1" clrIdx="0">
    <p:extLst>
      <p:ext uri="{19B8F6BF-5375-455C-9EA6-DF929625EA0E}">
        <p15:presenceInfo xmlns:p15="http://schemas.microsoft.com/office/powerpoint/2012/main" userId="654ad27f97eb41a9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152" autoAdjust="0"/>
    <p:restoredTop sz="94660"/>
  </p:normalViewPr>
  <p:slideViewPr>
    <p:cSldViewPr snapToGrid="0">
      <p:cViewPr varScale="1">
        <p:scale>
          <a:sx n="62" d="100"/>
          <a:sy n="62" d="100"/>
        </p:scale>
        <p:origin x="824" y="-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29" Type="http://schemas.openxmlformats.org/officeDocument/2006/relationships/slide" Target="slides/slide4.xml"/><Relationship Id="rId30" Type="http://schemas.openxmlformats.org/officeDocument/2006/relationships/notesMaster" Target="notesMasters/notesMaster1.xml"/><Relationship Id="rId31" Type="http://schemas.openxmlformats.org/officeDocument/2006/relationships/commentAuthors" Target="commentAuthors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chemeClr val="dk1"/>
                </a:solidFill>
                <a:latin typeface="Garamond"/>
              </a:rPr>
              <a:t>Cliquez pour déplacer la diapo</a:t>
            </a:r>
          </a:p>
        </p:txBody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fr-FR" sz="2000" b="0" strike="noStrike" spc="-1">
                <a:solidFill>
                  <a:srgbClr val="000000"/>
                </a:solidFill>
                <a:latin typeface="Arial"/>
              </a:rPr>
              <a:t>Cliquez pour modifier le format des notes</a:t>
            </a:r>
          </a:p>
        </p:txBody>
      </p:sp>
      <p:sp>
        <p:nvSpPr>
          <p:cNvPr id="9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&lt;en-tête&gt;</a:t>
            </a:r>
          </a:p>
        </p:txBody>
      </p:sp>
      <p:sp>
        <p:nvSpPr>
          <p:cNvPr id="97" name="PlaceHolder 4"/>
          <p:cNvSpPr>
            <a:spLocks noGrp="1"/>
          </p:cNvSpPr>
          <p:nvPr>
            <p:ph type="dt" idx="7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fr-F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&lt;date/heure&gt;</a:t>
            </a:r>
          </a:p>
        </p:txBody>
      </p:sp>
      <p:sp>
        <p:nvSpPr>
          <p:cNvPr id="98" name="PlaceHolder 5"/>
          <p:cNvSpPr>
            <a:spLocks noGrp="1"/>
          </p:cNvSpPr>
          <p:nvPr>
            <p:ph type="ftr" idx="8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fr-F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99" name="PlaceHolder 6"/>
          <p:cNvSpPr>
            <a:spLocks noGrp="1"/>
          </p:cNvSpPr>
          <p:nvPr>
            <p:ph type="sldNum" idx="9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fr-F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B3F02E8A-0B87-4D74-B786-652903AC3865}" type="slidenum"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‹N°›</a:t>
            </a:fld>
            <a:endParaRPr lang="fr-FR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B9CE5AB6-EEDE-4CF6-865E-71DB4A8F7839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10907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45018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B9CE5AB6-EEDE-4CF6-865E-71DB4A8F7839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583397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2844032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92913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B9CE5AB6-EEDE-4CF6-865E-71DB4A8F7839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549479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B9CE5AB6-EEDE-4CF6-865E-71DB4A8F7839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741741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117725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B9CE5AB6-EEDE-4CF6-865E-71DB4A8F7839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63620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437751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304516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545375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 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3250072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rai ou fau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1387099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892100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902726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784434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0427169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35900911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4848463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7749753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977734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0917831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31162268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3476559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4017225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6862844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70134964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 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15739910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rai ou fau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9900089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3041385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5859094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9.xml"/><Relationship Id="rId4" Type="http://schemas.openxmlformats.org/officeDocument/2006/relationships/slideLayout" Target="../slideLayouts/slideLayout20.xml"/><Relationship Id="rId5" Type="http://schemas.openxmlformats.org/officeDocument/2006/relationships/slideLayout" Target="../slideLayouts/slideLayout21.xml"/><Relationship Id="rId6" Type="http://schemas.openxmlformats.org/officeDocument/2006/relationships/slideLayout" Target="../slideLayouts/slideLayout22.xml"/><Relationship Id="rId7" Type="http://schemas.openxmlformats.org/officeDocument/2006/relationships/slideLayout" Target="../slideLayouts/slideLayout23.xml"/><Relationship Id="rId8" Type="http://schemas.openxmlformats.org/officeDocument/2006/relationships/slideLayout" Target="../slideLayouts/slideLayout24.xml"/><Relationship Id="rId9" Type="http://schemas.openxmlformats.org/officeDocument/2006/relationships/slideLayout" Target="../slideLayouts/slideLayout25.xml"/><Relationship Id="rId10" Type="http://schemas.openxmlformats.org/officeDocument/2006/relationships/slideLayout" Target="../slideLayouts/slideLayout26.xml"/><Relationship Id="rId11" Type="http://schemas.openxmlformats.org/officeDocument/2006/relationships/slideLayout" Target="../slideLayouts/slideLayout27.xml"/><Relationship Id="rId12" Type="http://schemas.openxmlformats.org/officeDocument/2006/relationships/slideLayout" Target="../slideLayouts/slideLayout28.xml"/><Relationship Id="rId13" Type="http://schemas.openxmlformats.org/officeDocument/2006/relationships/slideLayout" Target="../slideLayouts/slideLayout29.xml"/><Relationship Id="rId14" Type="http://schemas.openxmlformats.org/officeDocument/2006/relationships/slideLayout" Target="../slideLayouts/slideLayout30.xml"/><Relationship Id="rId15" Type="http://schemas.openxmlformats.org/officeDocument/2006/relationships/slideLayout" Target="../slideLayouts/slideLayout31.xml"/><Relationship Id="rId16" Type="http://schemas.openxmlformats.org/officeDocument/2006/relationships/slideLayout" Target="../slideLayouts/slideLayout32.xml"/><Relationship Id="rId1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947068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61" r:id="rId1"/>
    <p:sldLayoutId id="2147483962" r:id="rId2"/>
    <p:sldLayoutId id="2147483963" r:id="rId3"/>
    <p:sldLayoutId id="2147483964" r:id="rId4"/>
    <p:sldLayoutId id="2147483965" r:id="rId5"/>
    <p:sldLayoutId id="2147483966" r:id="rId6"/>
    <p:sldLayoutId id="2147483967" r:id="rId7"/>
    <p:sldLayoutId id="2147483968" r:id="rId8"/>
    <p:sldLayoutId id="2147483969" r:id="rId9"/>
    <p:sldLayoutId id="2147483970" r:id="rId10"/>
    <p:sldLayoutId id="2147483971" r:id="rId11"/>
    <p:sldLayoutId id="2147483972" r:id="rId12"/>
    <p:sldLayoutId id="2147483973" r:id="rId13"/>
    <p:sldLayoutId id="2147483974" r:id="rId14"/>
    <p:sldLayoutId id="2147483975" r:id="rId15"/>
    <p:sldLayoutId id="21474839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356421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78" r:id="rId1"/>
    <p:sldLayoutId id="2147483979" r:id="rId2"/>
    <p:sldLayoutId id="2147483980" r:id="rId3"/>
    <p:sldLayoutId id="2147483981" r:id="rId4"/>
    <p:sldLayoutId id="2147483982" r:id="rId5"/>
    <p:sldLayoutId id="2147483983" r:id="rId6"/>
    <p:sldLayoutId id="2147483984" r:id="rId7"/>
    <p:sldLayoutId id="2147483985" r:id="rId8"/>
    <p:sldLayoutId id="2147483986" r:id="rId9"/>
    <p:sldLayoutId id="2147483987" r:id="rId10"/>
    <p:sldLayoutId id="2147483988" r:id="rId11"/>
    <p:sldLayoutId id="2147483989" r:id="rId12"/>
    <p:sldLayoutId id="2147483990" r:id="rId13"/>
    <p:sldLayoutId id="2147483991" r:id="rId14"/>
    <p:sldLayoutId id="2147483992" r:id="rId15"/>
    <p:sldLayoutId id="2147483993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38457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法语课 Bienvenue !
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fr-FR" sz="2000" b="1" strike="noStrike" spc="-1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r>
              <a:rPr lang="fr-FR" sz="4000" b="1" strike="noStrike" spc="-1">
                <a:solidFill>
                  <a:schemeClr val="dk1"/>
                </a:solidFill>
                <a:latin typeface="Matura MT Script Capitals"/>
              </a:rPr>
              <a:t>08/03/2026 
</a:t>
            </a:r>
            <a:r>
              <a:rPr lang="fr-FR" sz="4000" b="1" strike="noStrike" spc="-1" dirty="0">
                <a:solidFill>
                  <a:schemeClr val="dk1"/>
                </a:solidFill>
                <a:latin typeface="Matura MT Script Capitals"/>
              </a:rPr>
              <a:t>              13h30-14h30
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b="1" sz="2000">
                <a:latin typeface="STXingkai"/>
              </a:rPr>
              <a:t> </a:t>
            </a:r>
            <a:r>
              <a:rPr b="1" sz="2000">
                <a:latin typeface="STXingkai"/>
              </a:rPr>
              <a:t> </a:t>
            </a:r>
            <a:r>
              <a:rPr b="1" sz="2000">
                <a:latin typeface="STXingkai"/>
              </a:rPr>
              <a:t> </a:t>
            </a:r>
            <a:r>
              <a:rPr b="1" sz="2000">
                <a:latin typeface="STXingkai"/>
              </a:rPr>
              <a:t> </a:t>
            </a:r>
            <a:r>
              <a:rPr b="1" sz="2000">
                <a:latin typeface="STXingkai"/>
              </a:rPr>
              <a:t> </a:t>
            </a:r>
            <a:r>
              <a:rPr b="1" sz="2000">
                <a:latin typeface="STXingkai"/>
              </a:rPr>
              <a:t> </a:t>
            </a:r>
            <a:r>
              <a:rPr b="1" sz="2000">
                <a:latin typeface="STXingkai"/>
              </a:rPr>
              <a:t> </a:t>
            </a:r>
            <a:r>
              <a:rPr b="1" sz="2000">
                <a:latin typeface="STXingkai"/>
              </a:rPr>
              <a:t> </a:t>
            </a:r>
            <a:r>
              <a:rPr b="1" sz="2000">
                <a:latin typeface="STXingkai"/>
              </a:rPr>
              <a:t>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519997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Lucida Fax" panose="02060602050505020204" pitchFamily="18" charset="0"/>
              </a:rPr>
              <a:t>         Enchanté   </a:t>
            </a:r>
            <a:r>
              <a:rPr lang="zh-CN" altLang="fr-FR" sz="4000" b="1" strike="noStrike" spc="-1" dirty="0">
                <a:solidFill>
                  <a:schemeClr val="accent5"/>
                </a:solidFill>
                <a:latin typeface="Lucida Fax" panose="02060602050505020204" pitchFamily="18" charset="0"/>
              </a:rPr>
              <a:t>
约翰福音6：35 耶稣说 我就是生命的粮，到我这里来的，必定不饿，信我的，永远不可。阿们！</a:t>
            </a:r>
            <a:r>
              <a:rPr lang="fr-FR" sz="3200" b="1" strike="noStrike" spc="-1" dirty="0">
                <a:solidFill>
                  <a:schemeClr val="accent5"/>
                </a:solidFill>
                <a:latin typeface="Lucida Fax" panose="02060602050505020204" pitchFamily="18" charset="0"/>
              </a:rPr>
              <a:t>       </a:t>
            </a:r>
          </a:p>
          <a:p>
            <a:pPr algn="l" defTabSz="457200">
              <a:lnSpc>
                <a:spcPct val="100000"/>
              </a:lnSpc>
            </a:pPr>
            <a:r>
              <a:rPr b="1" sz="2000">
                <a:latin typeface="STXingkai"/>
              </a:rPr>
              <a:t> </a:t>
            </a:r>
            <a:r>
              <a:rPr b="1" sz="2000">
                <a:latin typeface="STXingkai"/>
              </a:rPr>
              <a:t> </a:t>
            </a:r>
            <a:endParaRPr lang="fr-FR" altLang="zh-CN" sz="3200" b="1" spc="-1" dirty="0">
              <a:solidFill>
                <a:schemeClr val="accent5"/>
              </a:solidFill>
              <a:latin typeface="Matura MT Script Capitals"/>
            </a:endParaRPr>
          </a:p>
          <a:p>
            <a:pPr algn="l" defTabSz="457200">
              <a:lnSpc>
                <a:spcPct val="100000"/>
              </a:lnSpc>
            </a:pPr>
            <a:endParaRPr lang="fr-FR" altLang="zh-CN" sz="3200" b="1" strike="noStrike" spc="-1" dirty="0">
              <a:solidFill>
                <a:schemeClr val="accent5"/>
              </a:solidFill>
              <a:latin typeface="Matura MT Script Capitals"/>
            </a:endParaRPr>
          </a:p>
          <a:p>
            <a:pPr algn="l" defTabSz="457200">
              <a:lnSpc>
                <a:spcPct val="100000"/>
              </a:lnSpc>
            </a:pP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Révision Alphabet français </a:t>
            </a:r>
            <a:endParaRPr lang="fr-FR" altLang="zh-CN" sz="4000" b="1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zh-CN" sz="36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复习一下，谁能把法语字母读一遍?</a:t>
            </a:r>
            <a:endParaRPr lang="fr-FR" sz="36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86196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
Jésus leur dit: Je suis le pain de vie. Celui qui vient à moi n'aura jamais faim, et celui qui croit en moi n'aura jamais soif.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la table 书桌 la pomme 苹果 
la robe 连衣裙 la porte 门 
la vie 人生 la voiture 汽车</a:t>
            </a:r>
            <a:r>
              <a:rPr lang="fr-FR" altLang="zh-CN" sz="4000" b="1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 </a:t>
            </a:r>
          </a:p>
          <a:p>
            <a:pPr algn="l" defTabSz="457200">
              <a:lnSpc>
                <a:spcPct val="100000"/>
              </a:lnSpc>
            </a:pPr>
            <a:r>
              <a:rPr lang="fr-FR" altLang="zh-CN" sz="4000" b="1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la poste </a:t>
            </a:r>
            <a:r>
              <a:rPr lang="zh-CN" altLang="fr-FR" sz="4000" b="1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/>
            </a:r>
            <a:r>
              <a:rPr lang="fr-FR" altLang="zh-CN" sz="4000" b="1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/>
            </a:r>
            <a:r>
              <a:rPr lang="zh-CN" altLang="fr-FR" sz="4000" b="1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邮票</a:t>
            </a:r>
            <a:endParaRPr lang="fr-FR" altLang="zh-CN" sz="4000" b="1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4000" b="1" spc="-1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Cinquante 50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5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Facette">
  <a:themeElements>
    <a:clrScheme name="Facette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te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t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1_Facette">
  <a:themeElements>
    <a:clrScheme name="Facette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te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t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3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0</TotalTime>
  <Words>2171</Words>
  <Application>Microsoft Office PowerPoint</Application>
  <PresentationFormat>Grand écran</PresentationFormat>
  <Paragraphs>133</Paragraphs>
  <Slides>27</Slides>
  <Notes>0</Notes>
  <HiddenSlides>0</HiddenSlides>
  <MMClips>1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27</vt:i4>
      </vt:variant>
    </vt:vector>
  </HeadingPairs>
  <TitlesOfParts>
    <vt:vector size="37" baseType="lpstr">
      <vt:lpstr>Arial</vt:lpstr>
      <vt:lpstr>Forte</vt:lpstr>
      <vt:lpstr>Garamond</vt:lpstr>
      <vt:lpstr>Lucida Fax</vt:lpstr>
      <vt:lpstr>Matura MT Script Capitals</vt:lpstr>
      <vt:lpstr>Times New Roman</vt:lpstr>
      <vt:lpstr>Trebuchet MS</vt:lpstr>
      <vt:lpstr>Wingdings 3</vt:lpstr>
      <vt:lpstr>Facette</vt:lpstr>
      <vt:lpstr>1_Facette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信望爱之家</dc:title>
  <dc:subject/>
  <dc:creator>Microsoft Office User</dc:creator>
  <dc:description/>
  <cp:lastModifiedBy>Eglise Amour du Christ</cp:lastModifiedBy>
  <cp:revision>537</cp:revision>
  <dcterms:created xsi:type="dcterms:W3CDTF">2024-11-16T18:47:01Z</dcterms:created>
  <dcterms:modified xsi:type="dcterms:W3CDTF">2026-03-01T12:32:45Z</dcterms:modified>
  <dc:language>fr-FR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i4>5</vt:i4>
  </property>
  <property fmtid="{D5CDD505-2E9C-101B-9397-08002B2CF9AE}" pid="3" name="Notes">
    <vt:i4>1</vt:i4>
  </property>
  <property fmtid="{D5CDD505-2E9C-101B-9397-08002B2CF9AE}" pid="4" name="PresentationFormat">
    <vt:lpwstr>Grand écran</vt:lpwstr>
  </property>
  <property fmtid="{D5CDD505-2E9C-101B-9397-08002B2CF9AE}" pid="5" name="Slides">
    <vt:i4>22</vt:i4>
  </property>
</Properties>
</file>