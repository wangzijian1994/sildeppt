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57" r:id="rId10"/>
    <p:sldId id="259" r:id="rId12"/>
    <p:sldId id="258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3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3800" b="1" strike="noStrike" spc="-1">
                <a:solidFill>
                  <a:schemeClr val="dk1"/>
                </a:solidFill>
                <a:latin typeface="Matura MT Script Capitals"/>
              </a:rPr>
              <a:t>01/02/2026 
</a:t>
            </a:r>
            <a:r>
              <a:rPr lang="fr-FR" sz="38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凡接待他的，就是信他名的人，他就赐他们权柄，做神的儿女。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38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38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Mais à tous ceux qui l'ont reçue, à ceux qui croient en son nom, elle a donné le pouvoir de devenir enfants de Dieu, lesquels sont nés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38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38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2628</Words>
  <Application>Microsoft Office PowerPoint</Application>
  <PresentationFormat>Grand écran</PresentationFormat>
  <Paragraphs>129</Paragraphs>
  <Slides>27</Slides>
  <Notes>1</Notes>
  <HiddenSlides>0</HiddenSlides>
  <MMClips>4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Century Gothic</vt:lpstr>
      <vt:lpstr>Forte</vt:lpstr>
      <vt:lpstr>Garamond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 宣召经文以弗所书 3:20  </vt:lpstr>
      <vt:lpstr>         敬拜赞美      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493</cp:revision>
  <dcterms:created xsi:type="dcterms:W3CDTF">2024-11-16T18:47:01Z</dcterms:created>
  <dcterms:modified xsi:type="dcterms:W3CDTF">2026-01-01T22:05:33Z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