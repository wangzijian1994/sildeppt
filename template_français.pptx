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960" r:id="rId1"/>
    <p:sldMasterId id="2147483977" r:id="rId2"/>
  </p:sldMasterIdLst>
  <p:notesMasterIdLst>
    <p:notesMasterId r:id="rId30"/>
  </p:notesMasterIdLst>
  <p:sldIdLst>
    <p:sldId id="256" r:id="rId3"/>
    <p:sldId id="257" r:id="rId10"/>
    <p:sldId id="259" r:id="rId12"/>
    <p:sldId id="258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glise Amour du Christ" initials="EA" lastIdx="1" clrIdx="0">
    <p:extLst>
      <p:ext uri="{19B8F6BF-5375-455C-9EA6-DF929625EA0E}">
        <p15:presenceInfo xmlns:p15="http://schemas.microsoft.com/office/powerpoint/2012/main" userId="654ad27f97eb41a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4.xml"/><Relationship Id="rId12" Type="http://schemas.openxmlformats.org/officeDocument/2006/relationships/slide" Target="slides/slide3.xml"/><Relationship Id="rId30" Type="http://schemas.openxmlformats.org/officeDocument/2006/relationships/notesMaster" Target="notesMasters/notesMaster1.xml"/><Relationship Id="rId31" Type="http://schemas.openxmlformats.org/officeDocument/2006/relationships/commentAuthors" Target="commentAuthors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Garamond"/>
              </a:rPr>
              <a:t>Cliquez pour déplacer la diapo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Cliquez pour modifier le format des notes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&lt;en-tête&gt;</a:t>
            </a:r>
          </a:p>
        </p:txBody>
      </p:sp>
      <p:sp>
        <p:nvSpPr>
          <p:cNvPr id="97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&lt;date/heure&gt;</a:t>
            </a:r>
          </a:p>
        </p:txBody>
      </p:sp>
      <p:sp>
        <p:nvSpPr>
          <p:cNvPr id="98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9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3F02E8A-0B87-4D74-B786-652903AC3865}" type="slidenum"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‹N°›</a:t>
            </a:fld>
            <a:endParaRPr lang="fr-FR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1090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45018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8339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84403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2913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4947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74174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11772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36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43775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04516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545375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32500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138709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92100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902726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784434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04271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5900911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848463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774975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977734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0917831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116226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476559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401722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86284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0134964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5739910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9900089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304138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585909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0.xml"/><Relationship Id="rId15" Type="http://schemas.openxmlformats.org/officeDocument/2006/relationships/slideLayout" Target="../slideLayouts/slideLayout31.xml"/><Relationship Id="rId16" Type="http://schemas.openxmlformats.org/officeDocument/2006/relationships/slideLayout" Target="../slideLayouts/slideLayout32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4706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1" r:id="rId1"/>
    <p:sldLayoutId id="2147483962" r:id="rId2"/>
    <p:sldLayoutId id="2147483963" r:id="rId3"/>
    <p:sldLayoutId id="2147483964" r:id="rId4"/>
    <p:sldLayoutId id="2147483965" r:id="rId5"/>
    <p:sldLayoutId id="2147483966" r:id="rId6"/>
    <p:sldLayoutId id="2147483967" r:id="rId7"/>
    <p:sldLayoutId id="2147483968" r:id="rId8"/>
    <p:sldLayoutId id="2147483969" r:id="rId9"/>
    <p:sldLayoutId id="2147483970" r:id="rId10"/>
    <p:sldLayoutId id="2147483971" r:id="rId11"/>
    <p:sldLayoutId id="2147483972" r:id="rId12"/>
    <p:sldLayoutId id="2147483973" r:id="rId13"/>
    <p:sldLayoutId id="2147483974" r:id="rId14"/>
    <p:sldLayoutId id="2147483975" r:id="rId15"/>
    <p:sldLayoutId id="21474839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35642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8" r:id="rId1"/>
    <p:sldLayoutId id="2147483979" r:id="rId2"/>
    <p:sldLayoutId id="2147483980" r:id="rId3"/>
    <p:sldLayoutId id="2147483981" r:id="rId4"/>
    <p:sldLayoutId id="2147483982" r:id="rId5"/>
    <p:sldLayoutId id="2147483983" r:id="rId6"/>
    <p:sldLayoutId id="2147483984" r:id="rId7"/>
    <p:sldLayoutId id="2147483985" r:id="rId8"/>
    <p:sldLayoutId id="2147483986" r:id="rId9"/>
    <p:sldLayoutId id="2147483987" r:id="rId10"/>
    <p:sldLayoutId id="2147483988" r:id="rId11"/>
    <p:sldLayoutId id="2147483989" r:id="rId12"/>
    <p:sldLayoutId id="2147483990" r:id="rId13"/>
    <p:sldLayoutId id="2147483991" r:id="rId14"/>
    <p:sldLayoutId id="2147483992" r:id="rId15"/>
    <p:sldLayoutId id="21474839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法语课 Bienvenue !
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3800" b="1" strike="noStrike" spc="-1">
                <a:solidFill>
                  <a:schemeClr val="dk1"/>
                </a:solidFill>
                <a:latin typeface="Matura MT Script Capitals"/>
              </a:rPr>
              <a:t>01/02/2026 
</a:t>
            </a:r>
            <a:r>
              <a:rPr lang="fr-FR" sz="3800" b="1" strike="noStrike" spc="-1" dirty="0">
                <a:solidFill>
                  <a:schemeClr val="dk1"/>
                </a:solidFill>
                <a:latin typeface="Matura MT Script Capitals"/>
              </a:rPr>
              <a:t>              13h30-14h30
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
凡接待他的，就是信他名的人，他就赐他们权柄，做神的儿女。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
Mais à tous ceux qui l'ont reçue, à ceux qui croient en son nom, elle a donné le pouvoir de devenir enfants de Dieu, lesquels sont nés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 algn="l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/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accent5">
                    <a:lumMod val="50000"/>
                  </a:schemeClr>
                </a:solidFill>
                <a:latin typeface="Garamond"/>
              </a:rPr>
              <a:t/>
            </a:r>
            <a:r>
              <a:rPr lang="zh-CN" sz="3800" b="1" strike="noStrike" spc="-1" dirty="0">
                <a:solidFill>
                  <a:schemeClr val="dk1"/>
                </a:solidFill>
                <a:latin typeface="Garamond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4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1_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2628</Words>
  <Application>Microsoft Office PowerPoint</Application>
  <PresentationFormat>Grand écran</PresentationFormat>
  <Paragraphs>129</Paragraphs>
  <Slides>27</Slides>
  <Notes>1</Notes>
  <HiddenSlides>0</HiddenSlides>
  <MMClips>4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27</vt:i4>
      </vt:variant>
    </vt:vector>
  </HeadingPairs>
  <TitlesOfParts>
    <vt:vector size="37" baseType="lpstr">
      <vt:lpstr>Arial</vt:lpstr>
      <vt:lpstr>Century Gothic</vt:lpstr>
      <vt:lpstr>Forte</vt:lpstr>
      <vt:lpstr>Garamond</vt:lpstr>
      <vt:lpstr>Matura MT Script Capitals</vt:lpstr>
      <vt:lpstr>Times New Roman</vt:lpstr>
      <vt:lpstr>Trebuchet MS</vt:lpstr>
      <vt:lpstr>Wingdings 3</vt:lpstr>
      <vt:lpstr>Facette</vt:lpstr>
      <vt:lpstr>1_Facette</vt:lpstr>
      <vt:lpstr>Présentation PowerPoint</vt:lpstr>
      <vt:lpstr> 宣召经文以弗所书 3:20  </vt:lpstr>
      <vt:lpstr>         敬拜赞美      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信望爱之家</dc:title>
  <dc:subject/>
  <dc:creator>Microsoft Office User</dc:creator>
  <dc:description/>
  <cp:lastModifiedBy>Eglise Amour du Christ</cp:lastModifiedBy>
  <cp:revision>493</cp:revision>
  <dcterms:created xsi:type="dcterms:W3CDTF">2024-11-16T18:47:01Z</dcterms:created>
  <dcterms:modified xsi:type="dcterms:W3CDTF">2026-01-01T22:05:33Z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5</vt:i4>
  </property>
  <property fmtid="{D5CDD505-2E9C-101B-9397-08002B2CF9AE}" pid="3" name="Notes">
    <vt:i4>1</vt:i4>
  </property>
  <property fmtid="{D5CDD505-2E9C-101B-9397-08002B2CF9AE}" pid="4" name="PresentationFormat">
    <vt:lpwstr>Grand écran</vt:lpwstr>
  </property>
  <property fmtid="{D5CDD505-2E9C-101B-9397-08002B2CF9AE}" pid="5" name="Slides">
    <vt:i4>22</vt:i4>
  </property>
</Properties>
</file>