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960" r:id="rId1"/>
    <p:sldMasterId id="2147483977" r:id="rId2"/>
  </p:sldMasterIdLst>
  <p:notesMasterIdLst>
    <p:notesMasterId r:id="rId30"/>
  </p:notesMasterIdLst>
  <p:sldIdLst>
    <p:sldId id="256" r:id="rId3"/>
    <p:sldId id="281" r:id="rId4"/>
    <p:sldId id="282" r:id="rId5"/>
    <p:sldId id="283" r:id="rId6"/>
    <p:sldId id="284" r:id="rId7"/>
    <p:sldId id="286" r:id="rId8"/>
    <p:sldId id="285" r:id="rId9"/>
    <p:sldId id="287" r:id="rId36"/>
    <p:sldId id="262" r:id="rId10"/>
    <p:sldId id="263" r:id="rId11"/>
    <p:sldId id="264" r:id="rId12"/>
    <p:sldId id="265" r:id="rId13"/>
    <p:sldId id="266" r:id="rId14"/>
    <p:sldId id="267" r:id="rId15"/>
    <p:sldId id="268" r:id="rId16"/>
    <p:sldId id="269" r:id="rId17"/>
    <p:sldId id="270" r:id="rId18"/>
    <p:sldId id="274" r:id="rId19"/>
    <p:sldId id="275" r:id="rId20"/>
    <p:sldId id="276" r:id="rId21"/>
    <p:sldId id="277" r:id="rId22"/>
    <p:sldId id="271" r:id="rId23"/>
    <p:sldId id="272" r:id="rId24"/>
    <p:sldId id="273" r:id="rId25"/>
    <p:sldId id="257" r:id="rId27"/>
    <p:sldId id="261" r:id="rId28"/>
    <p:sldId id="280" r:id="rId29"/>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Eglise Amour du Christ" initials="EA" lastIdx="1" clrIdx="0">
    <p:extLst>
      <p:ext uri="{19B8F6BF-5375-455C-9EA6-DF929625EA0E}">
        <p15:presenceInfo xmlns:p15="http://schemas.microsoft.com/office/powerpoint/2012/main" userId="654ad27f97eb41a9"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152" autoAdjust="0"/>
    <p:restoredTop sz="94660"/>
  </p:normalViewPr>
  <p:slideViewPr>
    <p:cSldViewPr snapToGrid="0">
      <p:cViewPr varScale="1">
        <p:scale>
          <a:sx n="62" d="100"/>
          <a:sy n="62" d="100"/>
        </p:scale>
        <p:origin x="82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4"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r>
              <a:rPr lang="en-US" sz="1800" b="0" strike="noStrike" spc="-1">
                <a:solidFill>
                  <a:schemeClr val="dk1"/>
                </a:solidFill>
                <a:latin typeface="Garamond"/>
              </a:rPr>
              <a:t>Cliquez pour déplacer la diapo</a:t>
            </a:r>
          </a:p>
        </p:txBody>
      </p:sp>
      <p:sp>
        <p:nvSpPr>
          <p:cNvPr id="95"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0">
              <a:buNone/>
            </a:pPr>
            <a:r>
              <a:rPr lang="fr-FR" sz="2000" b="0" strike="noStrike" spc="-1">
                <a:solidFill>
                  <a:srgbClr val="000000"/>
                </a:solidFill>
                <a:latin typeface="Arial"/>
              </a:rPr>
              <a:t>Cliquez pour modifier le format des notes</a:t>
            </a:r>
          </a:p>
        </p:txBody>
      </p:sp>
      <p:sp>
        <p:nvSpPr>
          <p:cNvPr id="96"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fr-FR" sz="1400" b="0" strike="noStrike" spc="-1">
                <a:solidFill>
                  <a:srgbClr val="000000"/>
                </a:solidFill>
                <a:latin typeface="Times New Roman"/>
              </a:rPr>
              <a:t>&lt;en-tête&gt;</a:t>
            </a:r>
          </a:p>
        </p:txBody>
      </p:sp>
      <p:sp>
        <p:nvSpPr>
          <p:cNvPr id="97" name="PlaceHolder 4"/>
          <p:cNvSpPr>
            <a:spLocks noGrp="1"/>
          </p:cNvSpPr>
          <p:nvPr>
            <p:ph type="dt" idx="7"/>
          </p:nvPr>
        </p:nvSpPr>
        <p:spPr>
          <a:xfrm>
            <a:off x="4278960" y="0"/>
            <a:ext cx="3280680" cy="534240"/>
          </a:xfrm>
          <a:prstGeom prst="rect">
            <a:avLst/>
          </a:prstGeom>
          <a:noFill/>
          <a:ln w="0">
            <a:noFill/>
          </a:ln>
        </p:spPr>
        <p:txBody>
          <a:bodyPr lIns="0" tIns="0" rIns="0" bIns="0" anchor="t">
            <a:noAutofit/>
          </a:bodyPr>
          <a:lstStyle>
            <a:lvl1pPr indent="0" algn="r">
              <a:buNone/>
              <a:defRPr lang="fr-FR" sz="1400" b="0" strike="noStrike" spc="-1">
                <a:solidFill>
                  <a:srgbClr val="000000"/>
                </a:solidFill>
                <a:latin typeface="Times New Roman"/>
              </a:defRPr>
            </a:lvl1pPr>
          </a:lstStyle>
          <a:p>
            <a:pPr indent="0" algn="r">
              <a:buNone/>
            </a:pPr>
            <a:r>
              <a:rPr lang="fr-FR" sz="1400" b="0" strike="noStrike" spc="-1">
                <a:solidFill>
                  <a:srgbClr val="000000"/>
                </a:solidFill>
                <a:latin typeface="Times New Roman"/>
              </a:rPr>
              <a:t>&lt;date/heure&gt;</a:t>
            </a:r>
          </a:p>
        </p:txBody>
      </p:sp>
      <p:sp>
        <p:nvSpPr>
          <p:cNvPr id="98" name="PlaceHolder 5"/>
          <p:cNvSpPr>
            <a:spLocks noGrp="1"/>
          </p:cNvSpPr>
          <p:nvPr>
            <p:ph type="ftr" idx="8"/>
          </p:nvPr>
        </p:nvSpPr>
        <p:spPr>
          <a:xfrm>
            <a:off x="0" y="10157400"/>
            <a:ext cx="3280680" cy="534240"/>
          </a:xfrm>
          <a:prstGeom prst="rect">
            <a:avLst/>
          </a:prstGeom>
          <a:noFill/>
          <a:ln w="0">
            <a:noFill/>
          </a:ln>
        </p:spPr>
        <p:txBody>
          <a:bodyPr lIns="0" tIns="0" rIns="0" bIns="0" anchor="b">
            <a:noAutofit/>
          </a:bodyPr>
          <a:lstStyle>
            <a:lvl1pPr indent="0">
              <a:buNone/>
              <a:defRPr lang="fr-FR" sz="1400" b="0" strike="noStrike" spc="-1">
                <a:solidFill>
                  <a:srgbClr val="000000"/>
                </a:solidFill>
                <a:latin typeface="Times New Roman"/>
              </a:defRPr>
            </a:lvl1pPr>
          </a:lstStyle>
          <a:p>
            <a:pPr indent="0">
              <a:buNone/>
            </a:pPr>
            <a:r>
              <a:rPr lang="fr-FR" sz="1400" b="0" strike="noStrike" spc="-1">
                <a:solidFill>
                  <a:srgbClr val="000000"/>
                </a:solidFill>
                <a:latin typeface="Times New Roman"/>
              </a:rPr>
              <a:t>&lt;pied de page&gt;</a:t>
            </a:r>
          </a:p>
        </p:txBody>
      </p:sp>
      <p:sp>
        <p:nvSpPr>
          <p:cNvPr id="99" name="PlaceHolder 6"/>
          <p:cNvSpPr>
            <a:spLocks noGrp="1"/>
          </p:cNvSpPr>
          <p:nvPr>
            <p:ph type="sldNum" idx="9"/>
          </p:nvPr>
        </p:nvSpPr>
        <p:spPr>
          <a:xfrm>
            <a:off x="4278960" y="10157400"/>
            <a:ext cx="3280680" cy="534240"/>
          </a:xfrm>
          <a:prstGeom prst="rect">
            <a:avLst/>
          </a:prstGeom>
          <a:noFill/>
          <a:ln w="0">
            <a:noFill/>
          </a:ln>
        </p:spPr>
        <p:txBody>
          <a:bodyPr lIns="0" tIns="0" rIns="0" bIns="0" anchor="b">
            <a:noAutofit/>
          </a:bodyPr>
          <a:lstStyle>
            <a:lvl1pPr indent="0" algn="r">
              <a:buNone/>
              <a:defRPr lang="fr-FR" sz="1400" b="0" strike="noStrike" spc="-1">
                <a:solidFill>
                  <a:srgbClr val="000000"/>
                </a:solidFill>
                <a:latin typeface="Times New Roman"/>
              </a:defRPr>
            </a:lvl1pPr>
          </a:lstStyle>
          <a:p>
            <a:pPr indent="0" algn="r">
              <a:buNone/>
            </a:pPr>
            <a:fld id="{B3F02E8A-0B87-4D74-B786-652903AC3865}" type="slidenum">
              <a:rPr lang="fr-FR" sz="1400" b="0" strike="noStrike" spc="-1">
                <a:solidFill>
                  <a:srgbClr val="000000"/>
                </a:solidFill>
                <a:latin typeface="Times New Roman"/>
              </a:rPr>
              <a:t>‹N°›</a:t>
            </a:fld>
            <a:endParaRPr lang="fr-FR"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fr-FR"/>
              <a:t>Modifiez le style du titre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B9CE5AB6-EEDE-4CF6-865E-71DB4A8F7839}"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3410907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3145018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fr-FR"/>
              <a:t>Modifiez le style du titre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B9CE5AB6-EEDE-4CF6-865E-71DB4A8F7839}"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31583397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6" name="Footer Placeholder 5"/>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7" name="Slide Number Placeholder 6"/>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12844032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fr-FR"/>
              <a:t>Modifiez le style du titre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8" name="Footer Placeholder 7"/>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9" name="Slide Number Placeholder 8"/>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31929139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4" name="Footer Placeholder 3"/>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5" name="Slide Number Placeholder 4"/>
          <p:cNvSpPr>
            <a:spLocks noGrp="1"/>
          </p:cNvSpPr>
          <p:nvPr>
            <p:ph type="sldNum" sz="quarter" idx="12"/>
          </p:nvPr>
        </p:nvSpPr>
        <p:spPr/>
        <p:txBody>
          <a:bodyPr/>
          <a:lstStyle/>
          <a:p>
            <a:pPr indent="0" algn="r" defTabSz="457200">
              <a:lnSpc>
                <a:spcPct val="100000"/>
              </a:lnSpc>
              <a:buNone/>
            </a:pPr>
            <a:fld id="{B9CE5AB6-EEDE-4CF6-865E-71DB4A8F7839}"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31549479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3" name="Footer Placeholder 2"/>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4" name="Slide Number Placeholder 3"/>
          <p:cNvSpPr>
            <a:spLocks noGrp="1"/>
          </p:cNvSpPr>
          <p:nvPr>
            <p:ph type="sldNum" sz="quarter" idx="12"/>
          </p:nvPr>
        </p:nvSpPr>
        <p:spPr/>
        <p:txBody>
          <a:bodyPr/>
          <a:lstStyle/>
          <a:p>
            <a:pPr indent="0" algn="r" defTabSz="457200">
              <a:lnSpc>
                <a:spcPct val="100000"/>
              </a:lnSpc>
              <a:buNone/>
            </a:pPr>
            <a:fld id="{B9CE5AB6-EEDE-4CF6-865E-71DB4A8F7839}"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25741741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fr-FR"/>
              <a:t>Modifiez le style du titre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6" name="Footer Placeholder 5"/>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7" name="Slide Number Placeholder 6"/>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27117725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fr-FR"/>
              <a:t>Modifiez le style du titre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pPr indent="0" algn="r" defTabSz="457200">
              <a:lnSpc>
                <a:spcPct val="100000"/>
              </a:lnSpc>
              <a:buNone/>
            </a:pPr>
            <a:fld id="{B9CE5AB6-EEDE-4CF6-865E-71DB4A8F7839}"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2163620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re et légende">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fr-FR"/>
              <a:t>Modifiez le style du titre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42437751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tion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fr-FR"/>
              <a:t>Modifiez le style du titre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fr-FR"/>
              <a:t>Cliquez pour modifier les styles du texte du masque</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53045166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arte nom">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fr-FR"/>
              <a:t>Modifiez le style du titre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265453756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arte nom cita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fr-FR"/>
              <a:t>Modifiez le style du titre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fr-FR"/>
              <a:t>Cliquez pour modifier les styles du texte du masque</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43250072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Vrai ou faux">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fr-FR"/>
              <a:t>Modifiez le style du titre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fr-FR"/>
              <a:t>Cliquez pour modifier les styles du texte du masque</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211387099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42892100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fr-FR"/>
              <a:t>Modifiez le style du titre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11902726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fr-FR"/>
              <a:t>Modifiez le style du titre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28784434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410427169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fr-FR"/>
              <a:t>Modifiez le style du titre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235900911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6" name="Footer Placeholder 5"/>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7" name="Slide Number Placeholder 6"/>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54848463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fr-FR"/>
              <a:t>Modifiez le style du titre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8" name="Footer Placeholder 7"/>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9" name="Slide Number Placeholder 8"/>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47749753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4" name="Footer Placeholder 3"/>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5" name="Slide Number Placeholder 4"/>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259777345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3" name="Footer Placeholder 2"/>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4" name="Slide Number Placeholder 3"/>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100917831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fr-FR"/>
              <a:t>Modifiez le style du titre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6" name="Footer Placeholder 5"/>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7" name="Slide Number Placeholder 6"/>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231162268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fr-FR"/>
              <a:t>Modifiez le style du titre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a:t>Cliquez sur l'icône pour ajouter une image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6" name="Footer Placeholder 5"/>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7" name="Slide Number Placeholder 6"/>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423476559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itre et légende">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fr-FR"/>
              <a:t>Modifiez le style du titre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21401722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itation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fr-FR"/>
              <a:t>Modifiez le style du titre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fr-FR"/>
              <a:t>Cliquez pour modifier les styles du texte du masque</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76862844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arte nom">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fr-FR"/>
              <a:t>Modifiez le style du titre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370134964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arte nom cita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fr-FR"/>
              <a:t>Modifiez le style du titre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fr-FR"/>
              <a:t>Cliquez pour modifier les styles du texte du masque</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15739910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Vrai ou faux">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fr-FR"/>
              <a:t>Modifiez le style du titre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fr-FR"/>
              <a:t>Cliquez pour modifier les styles du texte du masque</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309900089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20304138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fr-FR"/>
              <a:t>Modifiez le style du titre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11"/>
          </p:nvPr>
        </p:nvSpPr>
        <p:spPr/>
        <p:txBody>
          <a:body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12"/>
          </p:nvPr>
        </p:nvSpPr>
        <p:spPr/>
        <p:txBody>
          <a:body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345859094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slideLayout" Target="../slideLayouts/slideLayout18.xml"/><Relationship Id="rId3" Type="http://schemas.openxmlformats.org/officeDocument/2006/relationships/slideLayout" Target="../slideLayouts/slideLayout19.xml"/><Relationship Id="rId4" Type="http://schemas.openxmlformats.org/officeDocument/2006/relationships/slideLayout" Target="../slideLayouts/slideLayout20.xml"/><Relationship Id="rId5" Type="http://schemas.openxmlformats.org/officeDocument/2006/relationships/slideLayout" Target="../slideLayouts/slideLayout21.xml"/><Relationship Id="rId6" Type="http://schemas.openxmlformats.org/officeDocument/2006/relationships/slideLayout" Target="../slideLayouts/slideLayout22.xml"/><Relationship Id="rId7" Type="http://schemas.openxmlformats.org/officeDocument/2006/relationships/slideLayout" Target="../slideLayouts/slideLayout23.xml"/><Relationship Id="rId8" Type="http://schemas.openxmlformats.org/officeDocument/2006/relationships/slideLayout" Target="../slideLayouts/slideLayout24.xml"/><Relationship Id="rId9" Type="http://schemas.openxmlformats.org/officeDocument/2006/relationships/slideLayout" Target="../slideLayouts/slideLayout25.xml"/><Relationship Id="rId10" Type="http://schemas.openxmlformats.org/officeDocument/2006/relationships/slideLayout" Target="../slideLayouts/slideLayout26.xml"/><Relationship Id="rId11" Type="http://schemas.openxmlformats.org/officeDocument/2006/relationships/slideLayout" Target="../slideLayouts/slideLayout27.xml"/><Relationship Id="rId12" Type="http://schemas.openxmlformats.org/officeDocument/2006/relationships/slideLayout" Target="../slideLayouts/slideLayout28.xml"/><Relationship Id="rId13" Type="http://schemas.openxmlformats.org/officeDocument/2006/relationships/slideLayout" Target="../slideLayouts/slideLayout29.xml"/><Relationship Id="rId14" Type="http://schemas.openxmlformats.org/officeDocument/2006/relationships/slideLayout" Target="../slideLayouts/slideLayout30.xml"/><Relationship Id="rId15" Type="http://schemas.openxmlformats.org/officeDocument/2006/relationships/slideLayout" Target="../slideLayouts/slideLayout31.xml"/><Relationship Id="rId16" Type="http://schemas.openxmlformats.org/officeDocument/2006/relationships/slideLayout" Target="../slideLayouts/slideLayout32.xml"/><Relationship Id="rId1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fr-FR"/>
              <a:t>Modifiez le style du titre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4194706821"/>
      </p:ext>
    </p:extLst>
  </p:cSld>
  <p:clrMap bg1="lt1" tx1="dk1" bg2="lt2" tx2="dk2" accent1="accent1" accent2="accent2" accent3="accent3" accent4="accent4" accent5="accent5" accent6="accent6" hlink="hlink" folHlink="folHlink"/>
  <p:sldLayoutIdLst>
    <p:sldLayoutId id="2147483961" r:id="rId1"/>
    <p:sldLayoutId id="2147483962" r:id="rId2"/>
    <p:sldLayoutId id="2147483963" r:id="rId3"/>
    <p:sldLayoutId id="2147483964" r:id="rId4"/>
    <p:sldLayoutId id="2147483965" r:id="rId5"/>
    <p:sldLayoutId id="2147483966" r:id="rId6"/>
    <p:sldLayoutId id="2147483967" r:id="rId7"/>
    <p:sldLayoutId id="2147483968" r:id="rId8"/>
    <p:sldLayoutId id="2147483969" r:id="rId9"/>
    <p:sldLayoutId id="2147483970" r:id="rId10"/>
    <p:sldLayoutId id="2147483971" r:id="rId11"/>
    <p:sldLayoutId id="2147483972" r:id="rId12"/>
    <p:sldLayoutId id="2147483973" r:id="rId13"/>
    <p:sldLayoutId id="2147483974" r:id="rId14"/>
    <p:sldLayoutId id="2147483975" r:id="rId15"/>
    <p:sldLayoutId id="21474839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fr-FR"/>
              <a:t>Modifiez le style du titre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indent="0" algn="r" defTabSz="457200">
              <a:lnSpc>
                <a:spcPct val="100000"/>
              </a:lnSpc>
              <a:buNone/>
            </a:pPr>
            <a:r>
              <a:rPr lang="fr-FR" sz="1000" b="0" strike="noStrike" spc="-1">
                <a:solidFill>
                  <a:schemeClr val="dk1"/>
                </a:solidFill>
                <a:latin typeface="Garamond"/>
              </a:rPr>
              <a:t>&lt;date/heure&gt;</a:t>
            </a:r>
            <a:endParaRPr lang="fr-FR" sz="1000" b="0" strike="noStrike" spc="-1">
              <a:solidFill>
                <a:srgbClr val="000000"/>
              </a:solidFill>
              <a:latin typeface="Times New Roman"/>
            </a:endParaRPr>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indent="0" algn="ctr">
              <a:buNone/>
            </a:pPr>
            <a:r>
              <a:rPr lang="fr-FR" sz="1400" b="0" strike="noStrike" spc="-1">
                <a:solidFill>
                  <a:srgbClr val="000000"/>
                </a:solidFill>
                <a:latin typeface="Times New Roman"/>
              </a:rPr>
              <a:t>&lt;pied de page&gt;</a:t>
            </a:r>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pPr indent="0" algn="r" defTabSz="457200">
              <a:lnSpc>
                <a:spcPct val="100000"/>
              </a:lnSpc>
              <a:buNone/>
            </a:pPr>
            <a:fld id="{FD918DD6-0D59-4DD2-AE2E-E9283A1FD10C}" type="slidenum">
              <a:rPr lang="fr-FR" sz="1000" b="0" strike="noStrike" spc="-1" smtClean="0">
                <a:solidFill>
                  <a:schemeClr val="dk1"/>
                </a:solidFill>
                <a:latin typeface="Garamond"/>
              </a:rPr>
              <a:t>‹N°›</a:t>
            </a:fld>
            <a:endParaRPr lang="fr-FR" sz="1000" b="0" strike="noStrike" spc="-1">
              <a:solidFill>
                <a:srgbClr val="000000"/>
              </a:solidFill>
              <a:latin typeface="Times New Roman"/>
            </a:endParaRPr>
          </a:p>
        </p:txBody>
      </p:sp>
    </p:spTree>
    <p:extLst>
      <p:ext uri="{BB962C8B-B14F-4D97-AF65-F5344CB8AC3E}">
        <p14:creationId xmlns:p14="http://schemas.microsoft.com/office/powerpoint/2010/main" val="1135642154"/>
      </p:ext>
    </p:extLst>
  </p:cSld>
  <p:clrMap bg1="lt1" tx1="dk1" bg2="lt2" tx2="dk2" accent1="accent1" accent2="accent2" accent3="accent3" accent4="accent4" accent5="accent5" accent6="accent6" hlink="hlink" folHlink="folHlink"/>
  <p:sldLayoutIdLst>
    <p:sldLayoutId id="2147483978" r:id="rId1"/>
    <p:sldLayoutId id="2147483979" r:id="rId2"/>
    <p:sldLayoutId id="2147483980" r:id="rId3"/>
    <p:sldLayoutId id="2147483981" r:id="rId4"/>
    <p:sldLayoutId id="2147483982" r:id="rId5"/>
    <p:sldLayoutId id="2147483983" r:id="rId6"/>
    <p:sldLayoutId id="2147483984" r:id="rId7"/>
    <p:sldLayoutId id="2147483985" r:id="rId8"/>
    <p:sldLayoutId id="2147483986" r:id="rId9"/>
    <p:sldLayoutId id="2147483987" r:id="rId10"/>
    <p:sldLayoutId id="2147483988" r:id="rId11"/>
    <p:sldLayoutId id="2147483989" r:id="rId12"/>
    <p:sldLayoutId id="2147483990" r:id="rId13"/>
    <p:sldLayoutId id="2147483991" r:id="rId14"/>
    <p:sldLayoutId id="2147483992" r:id="rId15"/>
    <p:sldLayoutId id="2147483993"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7.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lumMod val="95000"/>
          </a:schemeClr>
        </a:solidFill>
        <a:effectLst/>
      </p:bgPr>
    </p:bg>
    <p:spTree>
      <p:nvGrpSpPr>
        <p:cNvPr id="1" name=""/>
        <p:cNvGrpSpPr/>
        <p:nvPr/>
      </p:nvGrpSpPr>
      <p:grpSpPr>
        <a:xfrm>
          <a:off x="0" y="0"/>
          <a:ext cx="0" cy="0"/>
          <a:chOff x="0" y="0"/>
          <a:chExt cx="0" cy="0"/>
        </a:xfrm>
      </p:grpSpPr>
      <p:sp>
        <p:nvSpPr>
          <p:cNvPr id="100" name="ZoneTexte 3"/>
          <p:cNvSpPr/>
          <p:nvPr/>
        </p:nvSpPr>
        <p:spPr>
          <a:xfrm>
            <a:off x="2545560" y="511560"/>
            <a:ext cx="7355880" cy="384575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法语课 Bienvenue !
</a:t>
            </a:r>
            <a:endParaRPr lang="fr-FR" sz="8000" b="0" strike="noStrike" spc="-1" dirty="0">
              <a:solidFill>
                <a:schemeClr val="accent5">
                  <a:lumMod val="50000"/>
                </a:schemeClr>
              </a:solidFill>
              <a:latin typeface="Arial"/>
            </a:endParaRPr>
          </a:p>
          <a:p>
            <a:pPr defTabSz="457200">
              <a:lnSpc>
                <a:spcPct val="100000"/>
              </a:lnSpc>
            </a:pPr>
            <a:r>
              <a:rPr lang="fr-FR" sz="2000" b="1" strike="noStrike" spc="-1">
                <a:solidFill>
                  <a:schemeClr val="dk1"/>
                </a:solidFill>
                <a:latin typeface="Matura MT Script Capitals"/>
              </a:rPr>
              <a:t>                           </a:t>
            </a:r>
            <a:r>
              <a:rPr lang="fr-FR" sz="4000" b="1" strike="noStrike" spc="-1">
                <a:solidFill>
                  <a:schemeClr val="dk1"/>
                </a:solidFill>
                <a:latin typeface="Matura MT Script Capitals"/>
              </a:rPr>
              <a:t>22/03/2026 
</a:t>
            </a:r>
            <a:r>
              <a:rPr lang="fr-FR" sz="4000" b="1" strike="noStrike" spc="-1" dirty="0">
                <a:solidFill>
                  <a:schemeClr val="dk1"/>
                </a:solidFill>
                <a:latin typeface="Matura MT Script Capitals"/>
              </a:rPr>
              <a:t>              13h30-14h30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r>
              <a:rPr b="1" sz="4000">
                <a:latin typeface="STXingkai"/>
              </a:rPr>
              <a:t/>
            </a:r>
            <a:r>
              <a:rPr b="1" sz="4000">
                <a:latin typeface="STXingkai"/>
              </a:rPr>
              <a:t/>
            </a:r>
            <a:r>
              <a:rPr b="1" sz="4000">
                <a:latin typeface="STXingkai"/>
              </a:rPr>
              <a:t/>
            </a:r>
            <a:r>
              <a:rPr b="1" sz="4000">
                <a:latin typeface="STXingkai"/>
              </a:rPr>
              <a:t/>
            </a:r>
            <a:r>
              <a:rPr b="1" sz="4000">
                <a:latin typeface="STXingkai"/>
              </a:rPr>
              <a:t/>
            </a:r>
            <a:r>
              <a:rPr b="1" sz="4000">
                <a:latin typeface="STXingkai"/>
              </a:rPr>
              <a:t/>
            </a:r>
            <a:r>
              <a:rPr b="1" sz="4000">
                <a:latin typeface="STXingkai"/>
              </a:rPr>
              <a:t/>
            </a:r>
            <a:r>
              <a:rPr b="1" sz="4000">
                <a:latin typeface="STXingkai"/>
              </a:rPr>
              <a:t/>
            </a:r>
            <a:r>
              <a:rPr b="1" sz="4000">
                <a:latin typeface="STXingkai"/>
              </a:rPr>
              <a:t/>
            </a:r>
            <a:endParaRPr lang="fr-FR" sz="3200" b="0" strike="noStrike" spc="-1" dirty="0">
              <a:solidFill>
                <a:srgbClr val="000000"/>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519997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Lucida Fax" panose="02060602050505020204" pitchFamily="18" charset="0"/>
              </a:rPr>
              <a:t>         Enchanté   </a:t>
            </a:r>
            <a:r>
              <a:rPr lang="zh-CN" altLang="fr-FR" sz="3200" b="1" strike="noStrike" spc="-1" dirty="0">
                <a:solidFill>
                  <a:schemeClr val="accent5"/>
                </a:solidFill>
                <a:latin typeface="Lucida Fax" panose="02060602050505020204" pitchFamily="18" charset="0"/>
              </a:rPr>
              <a:t>很高兴认识你们</a:t>
            </a:r>
            <a:r>
              <a:rPr lang="fr-FR" sz="3200" b="1" strike="noStrike" spc="-1" dirty="0">
                <a:solidFill>
                  <a:schemeClr val="accent5"/>
                </a:solidFill>
                <a:latin typeface="Lucida Fax" panose="02060602050505020204" pitchFamily="18" charset="0"/>
              </a:rPr>
              <a:t>       </a:t>
            </a:r>
          </a:p>
          <a:p>
            <a:pPr algn="l" defTabSz="457200">
              <a:lnSpc>
                <a:spcPct val="100000"/>
              </a:lnSpc>
            </a:pPr>
            <a:endParaRPr lang="fr-FR" altLang="zh-CN" sz="3200" b="1" spc="-1" dirty="0">
              <a:solidFill>
                <a:schemeClr val="accent5"/>
              </a:solidFill>
              <a:latin typeface="Matura MT Script Capitals"/>
            </a:endParaRPr>
          </a:p>
          <a:p>
            <a:pPr algn="l" defTabSz="457200">
              <a:lnSpc>
                <a:spcPct val="100000"/>
              </a:lnSpc>
            </a:pPr>
            <a:endParaRPr lang="fr-FR" altLang="zh-CN" sz="3200" b="1" strike="noStrike" spc="-1" dirty="0">
              <a:solidFill>
                <a:schemeClr val="accent5"/>
              </a:solidFill>
              <a:latin typeface="Matura MT Script Capitals"/>
            </a:endParaRPr>
          </a:p>
          <a:p>
            <a:pPr algn="l" defTabSz="457200">
              <a:lnSpc>
                <a:spcPct val="100000"/>
              </a:lnSpc>
            </a:pPr>
            <a:r>
              <a:rPr lang="zh-CN" sz="4000" b="1" strike="noStrike" spc="-1" dirty="0">
                <a:solidFill>
                  <a:schemeClr val="accent5">
                    <a:lumMod val="50000"/>
                  </a:schemeClr>
                </a:solidFill>
                <a:latin typeface="+mj-ea"/>
                <a:ea typeface="+mj-ea"/>
              </a:rPr>
              <a:t>Révision Alphabet français </a:t>
            </a:r>
            <a:endParaRPr lang="fr-FR" altLang="zh-CN" sz="4000" b="1" strike="noStrike" spc="-1" dirty="0">
              <a:solidFill>
                <a:schemeClr val="accent5">
                  <a:lumMod val="50000"/>
                </a:schemeClr>
              </a:solidFill>
              <a:latin typeface="+mj-ea"/>
              <a:ea typeface="+mj-ea"/>
            </a:endParaRPr>
          </a:p>
          <a:p>
            <a:pPr algn="l" defTabSz="457200">
              <a:lnSpc>
                <a:spcPct val="100000"/>
              </a:lnSpc>
            </a:pPr>
            <a:r>
              <a:rPr lang="zh-CN" sz="3600" b="1" strike="noStrike" spc="-1" dirty="0">
                <a:solidFill>
                  <a:schemeClr val="accent5">
                    <a:lumMod val="50000"/>
                  </a:schemeClr>
                </a:solidFill>
                <a:latin typeface="+mj-ea"/>
                <a:ea typeface="+mj-ea"/>
              </a:rPr>
              <a:t>复习一下，谁能把法语字母读一遍?</a:t>
            </a:r>
            <a:endParaRPr lang="fr-FR" sz="36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686196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发音规则1，字母e在单词末尾不发音  
</a:t>
            </a:r>
            <a:r>
              <a:rPr lang="zh-CN" sz="4000" b="1" strike="noStrike" spc="-1" dirty="0">
                <a:solidFill>
                  <a:schemeClr val="accent5">
                    <a:lumMod val="50000"/>
                  </a:schemeClr>
                </a:solidFill>
                <a:latin typeface="+mj-ea"/>
                <a:ea typeface="+mj-ea"/>
              </a:rPr>
              <a:t>la table 书桌 la pomme 苹果 
la robe 连衣裙 la porte 门 
la vie 人生 la voiture 汽车</a:t>
            </a:r>
            <a:r>
              <a:rPr lang="fr-FR" altLang="zh-CN" sz="4000" b="1" spc="-1" dirty="0">
                <a:solidFill>
                  <a:schemeClr val="accent5">
                    <a:lumMod val="50000"/>
                  </a:schemeClr>
                </a:solidFill>
                <a:latin typeface="+mj-ea"/>
                <a:ea typeface="+mj-ea"/>
              </a:rPr>
              <a:t> </a:t>
            </a:r>
          </a:p>
          <a:p>
            <a:pPr algn="l" defTabSz="457200">
              <a:lnSpc>
                <a:spcPct val="100000"/>
              </a:lnSpc>
            </a:pPr>
            <a:r>
              <a:rPr lang="fr-FR" altLang="zh-CN" sz="4000" b="1" spc="-1" dirty="0">
                <a:solidFill>
                  <a:schemeClr val="accent5">
                    <a:lumMod val="50000"/>
                  </a:schemeClr>
                </a:solidFill>
                <a:latin typeface="+mj-ea"/>
                <a:ea typeface="+mj-ea"/>
              </a:rPr>
              <a:t>la poste </a:t>
            </a:r>
            <a:r>
              <a:rPr lang="zh-CN" altLang="fr-FR" sz="4000" b="1" spc="-1" dirty="0">
                <a:solidFill>
                  <a:schemeClr val="accent5">
                    <a:lumMod val="50000"/>
                  </a:schemeClr>
                </a:solidFill>
                <a:latin typeface="+mj-ea"/>
                <a:ea typeface="+mj-ea"/>
              </a:rPr>
              <a:t>邮局 </a:t>
            </a:r>
            <a:r>
              <a:rPr lang="fr-FR" altLang="zh-CN" sz="4000" b="1" spc="-1" dirty="0">
                <a:solidFill>
                  <a:schemeClr val="accent5">
                    <a:lumMod val="50000"/>
                  </a:schemeClr>
                </a:solidFill>
                <a:latin typeface="+mj-ea"/>
                <a:ea typeface="+mj-ea"/>
              </a:rPr>
              <a:t>un timbre </a:t>
            </a:r>
            <a:r>
              <a:rPr lang="zh-CN" altLang="fr-FR" sz="4000" b="1" spc="-1" dirty="0">
                <a:solidFill>
                  <a:schemeClr val="accent5">
                    <a:lumMod val="50000"/>
                  </a:schemeClr>
                </a:solidFill>
                <a:latin typeface="+mj-ea"/>
                <a:ea typeface="+mj-ea"/>
              </a:rPr>
              <a:t>邮票</a:t>
            </a:r>
            <a:endParaRPr lang="fr-FR" altLang="zh-CN" sz="4000" b="1" spc="-1" dirty="0">
              <a:solidFill>
                <a:schemeClr val="accent5">
                  <a:lumMod val="50000"/>
                </a:schemeClr>
              </a:solidFill>
              <a:latin typeface="+mj-ea"/>
              <a:ea typeface="+mj-ea"/>
            </a:endParaRPr>
          </a:p>
          <a:p>
            <a:pPr algn="l" defTabSz="457200">
              <a:lnSpc>
                <a:spcPct val="100000"/>
              </a:lnSpc>
            </a:pPr>
            <a:r>
              <a:rPr lang="fr-FR" sz="4000" b="1" spc="-1">
                <a:solidFill>
                  <a:schemeClr val="accent5">
                    <a:lumMod val="50000"/>
                  </a:schemeClr>
                </a:solidFill>
                <a:latin typeface="+mj-ea"/>
                <a:ea typeface="+mj-ea"/>
              </a:rPr>
              <a:t>Cinquante 50</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624641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发音规则2，如果是辅音在词尾大概率不发音  
</a:t>
            </a:r>
            <a:r>
              <a:rPr lang="zh-CN" sz="4000" b="1" strike="noStrike" spc="-1" dirty="0">
                <a:solidFill>
                  <a:schemeClr val="accent5">
                    <a:lumMod val="50000"/>
                  </a:schemeClr>
                </a:solidFill>
                <a:latin typeface="+mj-ea"/>
                <a:ea typeface="+mj-ea"/>
              </a:rPr>
              <a:t>l‘art 艺术 </a:t>
            </a:r>
            <a:r>
              <a:rPr lang="fr-FR" altLang="zh-CN" sz="4000" b="1" strike="noStrike" spc="-1" dirty="0">
                <a:solidFill>
                  <a:schemeClr val="accent5">
                    <a:lumMod val="50000"/>
                  </a:schemeClr>
                </a:solidFill>
                <a:latin typeface="+mj-ea"/>
                <a:ea typeface="+mj-ea"/>
              </a:rPr>
              <a:t>        </a:t>
            </a:r>
            <a:r>
              <a:rPr lang="zh-CN" sz="4000" b="1" strike="noStrike" spc="-1" dirty="0">
                <a:solidFill>
                  <a:schemeClr val="accent5">
                    <a:lumMod val="50000"/>
                  </a:schemeClr>
                </a:solidFill>
                <a:latin typeface="+mj-ea"/>
                <a:ea typeface="+mj-ea"/>
              </a:rPr>
              <a:t>l’avis</a:t>
            </a:r>
            <a:r>
              <a:rPr lang="fr-FR" altLang="zh-CN" sz="4000" b="1" spc="-1" dirty="0">
                <a:solidFill>
                  <a:schemeClr val="accent5">
                    <a:lumMod val="50000"/>
                  </a:schemeClr>
                </a:solidFill>
                <a:latin typeface="+mj-ea"/>
                <a:ea typeface="+mj-ea"/>
              </a:rPr>
              <a:t> </a:t>
            </a:r>
            <a:r>
              <a:rPr lang="zh-CN" sz="4000" b="1" strike="noStrike" spc="-1" dirty="0">
                <a:solidFill>
                  <a:schemeClr val="accent5">
                    <a:lumMod val="50000"/>
                  </a:schemeClr>
                </a:solidFill>
                <a:latin typeface="+mj-ea"/>
                <a:ea typeface="+mj-ea"/>
              </a:rPr>
              <a:t>意见</a:t>
            </a:r>
            <a:r>
              <a:rPr lang="zh-CN" altLang="fr-FR" sz="4000" b="1" spc="-1" dirty="0">
                <a:solidFill>
                  <a:schemeClr val="accent5">
                    <a:lumMod val="50000"/>
                  </a:schemeClr>
                </a:solidFill>
                <a:latin typeface="+mj-ea"/>
                <a:ea typeface="+mj-ea"/>
              </a:rPr>
              <a:t> </a:t>
            </a:r>
            <a:endParaRPr lang="fr-FR" altLang="zh-CN" sz="4000" b="1" spc="-1" dirty="0">
              <a:solidFill>
                <a:schemeClr val="accent5">
                  <a:lumMod val="50000"/>
                </a:schemeClr>
              </a:solidFill>
              <a:latin typeface="+mj-ea"/>
              <a:ea typeface="+mj-ea"/>
            </a:endParaRPr>
          </a:p>
          <a:p>
            <a:pPr algn="l" defTabSz="457200">
              <a:lnSpc>
                <a:spcPct val="100000"/>
              </a:lnSpc>
            </a:pPr>
            <a:r>
              <a:rPr lang="fr-FR" altLang="zh-CN" sz="4000" b="1" spc="-1" dirty="0">
                <a:solidFill>
                  <a:schemeClr val="accent5">
                    <a:lumMod val="50000"/>
                  </a:schemeClr>
                </a:solidFill>
                <a:latin typeface="+mj-ea"/>
                <a:ea typeface="+mj-ea"/>
              </a:rPr>
              <a:t>un colis </a:t>
            </a:r>
            <a:r>
              <a:rPr lang="zh-CN" altLang="fr-FR" sz="4000" b="1" spc="-1" dirty="0">
                <a:solidFill>
                  <a:schemeClr val="accent5">
                    <a:lumMod val="50000"/>
                  </a:schemeClr>
                </a:solidFill>
                <a:latin typeface="+mj-ea"/>
                <a:ea typeface="+mj-ea"/>
              </a:rPr>
              <a:t>包裹  </a:t>
            </a:r>
            <a:r>
              <a:rPr lang="fr-FR" altLang="zh-CN" sz="4000" b="1" spc="-1" dirty="0">
                <a:solidFill>
                  <a:schemeClr val="accent5">
                    <a:lumMod val="50000"/>
                  </a:schemeClr>
                </a:solidFill>
                <a:latin typeface="+mj-ea"/>
                <a:ea typeface="+mj-ea"/>
              </a:rPr>
              <a:t>le poulet </a:t>
            </a:r>
            <a:r>
              <a:rPr lang="zh-CN" altLang="fr-FR" sz="4000" b="1" spc="-1" dirty="0">
                <a:solidFill>
                  <a:schemeClr val="accent5">
                    <a:lumMod val="50000"/>
                  </a:schemeClr>
                </a:solidFill>
                <a:latin typeface="+mj-ea"/>
                <a:ea typeface="+mj-ea"/>
              </a:rPr>
              <a:t>鸡肉 </a:t>
            </a:r>
            <a:r>
              <a:rPr lang="fr-FR" altLang="zh-CN" sz="4000" b="1" spc="-1" dirty="0">
                <a:solidFill>
                  <a:schemeClr val="accent5">
                    <a:lumMod val="50000"/>
                  </a:schemeClr>
                </a:solidFill>
                <a:latin typeface="+mj-ea"/>
                <a:ea typeface="+mj-ea"/>
              </a:rPr>
              <a:t> </a:t>
            </a:r>
            <a:r>
              <a:rPr lang="zh-CN" sz="4000" b="1" strike="noStrike" spc="-1" dirty="0">
                <a:solidFill>
                  <a:schemeClr val="accent5">
                    <a:lumMod val="50000"/>
                  </a:schemeClr>
                </a:solidFill>
                <a:latin typeface="+mj-ea"/>
                <a:ea typeface="+mj-ea"/>
              </a:rPr>
              <a:t>
fort 强 </a:t>
            </a:r>
            <a:r>
              <a:rPr lang="fr-FR" altLang="zh-CN" sz="4000" b="1" strike="noStrike" spc="-1" dirty="0">
                <a:solidFill>
                  <a:schemeClr val="accent5">
                    <a:lumMod val="50000"/>
                  </a:schemeClr>
                </a:solidFill>
                <a:latin typeface="+mj-ea"/>
                <a:ea typeface="+mj-ea"/>
              </a:rPr>
              <a:t>            </a:t>
            </a:r>
            <a:r>
              <a:rPr lang="zh-CN" sz="4000" b="1" strike="noStrike" spc="-1" dirty="0">
                <a:solidFill>
                  <a:schemeClr val="accent5">
                    <a:lumMod val="50000"/>
                  </a:schemeClr>
                </a:solidFill>
                <a:latin typeface="+mj-ea"/>
                <a:ea typeface="+mj-ea"/>
              </a:rPr>
              <a:t>forte 强 
lent 慢 </a:t>
            </a:r>
            <a:r>
              <a:rPr lang="fr-FR" altLang="zh-CN" sz="4000" b="1" strike="noStrike" spc="-1" dirty="0">
                <a:solidFill>
                  <a:schemeClr val="accent5">
                    <a:lumMod val="50000"/>
                  </a:schemeClr>
                </a:solidFill>
                <a:latin typeface="+mj-ea"/>
                <a:ea typeface="+mj-ea"/>
              </a:rPr>
              <a:t>            </a:t>
            </a:r>
            <a:r>
              <a:rPr lang="zh-CN" sz="4000" b="1" strike="noStrike" spc="-1" dirty="0">
                <a:solidFill>
                  <a:schemeClr val="accent5">
                    <a:lumMod val="50000"/>
                  </a:schemeClr>
                </a:solidFill>
                <a:latin typeface="+mj-ea"/>
                <a:ea typeface="+mj-ea"/>
              </a:rPr>
              <a:t>bas 低</a:t>
            </a:r>
            <a:r>
              <a:rPr lang="fr-FR" altLang="zh-CN" sz="4000" b="1" strike="noStrike" spc="-1" dirty="0">
                <a:solidFill>
                  <a:schemeClr val="accent5">
                    <a:lumMod val="50000"/>
                  </a:schemeClr>
                </a:solidFill>
                <a:latin typeface="+mj-ea"/>
                <a:ea typeface="+mj-ea"/>
              </a:rPr>
              <a:t> </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624641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发音规则3，CFLR辅音在词尾发音  
</a:t>
            </a:r>
            <a:r>
              <a:rPr lang="zh-CN" sz="4000" b="1" strike="noStrike" spc="-1" dirty="0">
                <a:solidFill>
                  <a:schemeClr val="accent5">
                    <a:lumMod val="50000"/>
                  </a:schemeClr>
                </a:solidFill>
                <a:latin typeface="+mj-ea"/>
                <a:ea typeface="+mj-ea"/>
              </a:rPr>
              <a:t>le sac 包 </a:t>
            </a:r>
            <a:r>
              <a:rPr lang="fr-FR" altLang="zh-CN" sz="4000" b="1" strike="noStrike" spc="-1" dirty="0">
                <a:solidFill>
                  <a:schemeClr val="accent5">
                    <a:lumMod val="50000"/>
                  </a:schemeClr>
                </a:solidFill>
                <a:latin typeface="+mj-ea"/>
                <a:ea typeface="+mj-ea"/>
              </a:rPr>
              <a:t>        </a:t>
            </a:r>
            <a:r>
              <a:rPr lang="zh-CN" sz="4000" b="1" strike="noStrike" spc="-1" dirty="0">
                <a:solidFill>
                  <a:schemeClr val="accent5">
                    <a:lumMod val="50000"/>
                  </a:schemeClr>
                </a:solidFill>
                <a:latin typeface="+mj-ea"/>
                <a:ea typeface="+mj-ea"/>
              </a:rPr>
              <a:t>avec 一起 
le chef 首长 </a:t>
            </a:r>
            <a:r>
              <a:rPr lang="fr-FR" altLang="zh-CN" sz="4000" b="1" strike="noStrike" spc="-1" dirty="0">
                <a:solidFill>
                  <a:schemeClr val="accent5">
                    <a:lumMod val="50000"/>
                  </a:schemeClr>
                </a:solidFill>
                <a:latin typeface="+mj-ea"/>
                <a:ea typeface="+mj-ea"/>
              </a:rPr>
              <a:t> </a:t>
            </a:r>
            <a:r>
              <a:rPr lang="zh-CN" sz="4000" b="1" strike="noStrike" spc="-1" dirty="0">
                <a:solidFill>
                  <a:schemeClr val="accent5">
                    <a:lumMod val="50000"/>
                  </a:schemeClr>
                </a:solidFill>
                <a:latin typeface="+mj-ea"/>
                <a:ea typeface="+mj-ea"/>
              </a:rPr>
              <a:t>neuf 新的 
mal 疼痛，不好 </a:t>
            </a:r>
            <a:r>
              <a:rPr lang="fr-FR" altLang="zh-CN" sz="4000" b="1" strike="noStrike" spc="-1" dirty="0">
                <a:solidFill>
                  <a:schemeClr val="accent5">
                    <a:lumMod val="50000"/>
                  </a:schemeClr>
                </a:solidFill>
                <a:latin typeface="+mj-ea"/>
                <a:ea typeface="+mj-ea"/>
              </a:rPr>
              <a:t>J’ai du mal</a:t>
            </a:r>
          </a:p>
          <a:p>
            <a:pPr algn="l" defTabSz="457200">
              <a:lnSpc>
                <a:spcPct val="100000"/>
              </a:lnSpc>
            </a:pPr>
            <a:r>
              <a:rPr lang="fr-FR" altLang="zh-CN" sz="4000" b="1" spc="-1" dirty="0">
                <a:solidFill>
                  <a:schemeClr val="accent5">
                    <a:lumMod val="50000"/>
                  </a:schemeClr>
                </a:solidFill>
                <a:latin typeface="+mj-ea"/>
                <a:ea typeface="+mj-ea"/>
              </a:rPr>
              <a:t>le </a:t>
            </a:r>
            <a:r>
              <a:rPr lang="zh-CN" sz="4000" b="1" strike="noStrike" spc="-1" dirty="0">
                <a:solidFill>
                  <a:schemeClr val="accent5">
                    <a:lumMod val="50000"/>
                  </a:schemeClr>
                </a:solidFill>
                <a:latin typeface="+mj-ea"/>
                <a:ea typeface="+mj-ea"/>
              </a:rPr>
              <a:t>journal 日记日报</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ABE5521F-E48A-4016-9A5B-21889154AA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1999" cy="6858000"/>
          </a:xfrm>
          <a:prstGeom prst="rect">
            <a:avLst/>
          </a:prstGeom>
        </p:spPr>
      </p:pic>
    </p:spTree>
    <p:extLst>
      <p:ext uri="{BB962C8B-B14F-4D97-AF65-F5344CB8AC3E}">
        <p14:creationId xmlns:p14="http://schemas.microsoft.com/office/powerpoint/2010/main" val="1856669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563085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Dictée Vous êtes prêts? 
</a:t>
            </a:r>
            <a:r>
              <a:rPr lang="zh-CN" sz="4000" b="1" strike="noStrike" spc="-1" dirty="0">
                <a:solidFill>
                  <a:schemeClr val="accent5">
                    <a:lumMod val="50000"/>
                  </a:schemeClr>
                </a:solidFill>
                <a:latin typeface="+mj-ea"/>
                <a:ea typeface="+mj-ea"/>
              </a:rPr>
              <a:t>Dio_ 一款香水 
</a:t>
            </a:r>
            <a:r>
              <a:rPr lang="fr-FR" altLang="zh-CN" sz="4000" b="1" strike="noStrike" spc="-1" dirty="0">
                <a:solidFill>
                  <a:schemeClr val="accent5">
                    <a:lumMod val="50000"/>
                  </a:schemeClr>
                </a:solidFill>
                <a:latin typeface="+mj-ea"/>
                <a:ea typeface="+mj-ea"/>
              </a:rPr>
              <a:t>P</a:t>
            </a:r>
            <a:r>
              <a:rPr lang="zh-CN" sz="4000" b="1" strike="noStrike" spc="-1" dirty="0">
                <a:solidFill>
                  <a:schemeClr val="accent5">
                    <a:lumMod val="50000"/>
                  </a:schemeClr>
                </a:solidFill>
                <a:latin typeface="+mj-ea"/>
                <a:ea typeface="+mj-ea"/>
              </a:rPr>
              <a:t>a__s 巴黎 
la F_ance 法国 
 La Pharmac_e 药店</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ZoneTexte 3"/>
          <p:cNvSpPr/>
          <p:nvPr/>
        </p:nvSpPr>
        <p:spPr>
          <a:xfrm>
            <a:off x="2545560" y="511560"/>
            <a:ext cx="7355880" cy="563085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Dictée, vous êtes prêts ?
Bonjou_ ! Vot_e coli_ est arrivé ! 
您好，您的包裹送达了
Il y a une po__e sur la tab__. 
桌子上有一个🍎</a:t>
            </a:r>
            <a:r>
              <a:rPr lang="zh-CN" sz="4000" b="1" strike="noStrike" spc="-1" dirty="0">
                <a:solidFill>
                  <a:schemeClr val="accent5">
                    <a:lumMod val="50000"/>
                  </a:schemeClr>
                </a:solidFill>
                <a:latin typeface="+mj-ea"/>
                <a:ea typeface="+mj-ea"/>
              </a:rPr>
              <a:t/>
            </a:r>
            <a:r>
              <a:rPr lang="fr-FR" altLang="zh-CN" sz="4000" b="1" strike="noStrike" spc="-1" dirty="0">
                <a:solidFill>
                  <a:schemeClr val="accent5">
                    <a:lumMod val="50000"/>
                  </a:schemeClr>
                </a:solidFill>
                <a:latin typeface="+mj-ea"/>
                <a:ea typeface="+mj-ea"/>
              </a:rPr>
              <a:t/>
            </a:r>
            <a:r>
              <a:rPr lang="zh-CN" sz="4000" b="1" strike="noStrike" spc="-1" dirty="0">
                <a:solidFill>
                  <a:schemeClr val="accent5">
                    <a:lumMod val="50000"/>
                  </a:schemeClr>
                </a:solidFill>
                <a:latin typeface="+mj-ea"/>
                <a:ea typeface="+mj-ea"/>
              </a:rPr>
              <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r>
              <a:rPr b="1" sz="4000">
                <a:latin typeface="STXingkai"/>
              </a:rPr>
              <a:t/>
            </a:r>
            <a:r>
              <a:rPr b="1" sz="4000">
                <a:latin typeface="STXingkai"/>
              </a:rPr>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624641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[ɛ]     è, ê, ai   
</a:t>
            </a:r>
            <a:r>
              <a:rPr lang="zh-CN" sz="4000" b="1" strike="noStrike" spc="-1" dirty="0">
                <a:solidFill>
                  <a:schemeClr val="accent5">
                    <a:lumMod val="50000"/>
                  </a:schemeClr>
                </a:solidFill>
                <a:latin typeface="+mj-ea"/>
                <a:ea typeface="+mj-ea"/>
              </a:rPr>
              <a:t>aimer 爱
lait 牛奶, </a:t>
            </a:r>
            <a:r>
              <a:rPr lang="fr-FR" altLang="zh-CN" sz="4000" b="1" strike="noStrike" spc="-1" dirty="0">
                <a:solidFill>
                  <a:schemeClr val="accent5">
                    <a:lumMod val="50000"/>
                  </a:schemeClr>
                </a:solidFill>
                <a:latin typeface="+mj-ea"/>
                <a:ea typeface="+mj-ea"/>
              </a:rPr>
              <a:t>le </a:t>
            </a:r>
            <a:r>
              <a:rPr lang="zh-CN" sz="4000" b="1" strike="noStrike" spc="-1" dirty="0">
                <a:solidFill>
                  <a:schemeClr val="accent5">
                    <a:lumMod val="50000"/>
                  </a:schemeClr>
                </a:solidFill>
                <a:latin typeface="+mj-ea"/>
                <a:ea typeface="+mj-ea"/>
              </a:rPr>
              <a:t>café au lait 
Le Père 父亲 La mère 母亲 </a:t>
            </a:r>
            <a:endParaRPr lang="fr-FR" altLang="zh-CN" sz="4000" b="1" strike="noStrike" spc="-1" dirty="0">
              <a:solidFill>
                <a:schemeClr val="accent5">
                  <a:lumMod val="50000"/>
                </a:schemeClr>
              </a:solidFill>
              <a:latin typeface="+mj-ea"/>
              <a:ea typeface="+mj-ea"/>
            </a:endParaRPr>
          </a:p>
          <a:p>
            <a:pPr algn="l" defTabSz="457200">
              <a:lnSpc>
                <a:spcPct val="100000"/>
              </a:lnSpc>
            </a:pPr>
            <a:r>
              <a:rPr lang="zh-CN" sz="4000" b="1" strike="noStrike" spc="-1" dirty="0">
                <a:solidFill>
                  <a:schemeClr val="accent5">
                    <a:lumMod val="50000"/>
                  </a:schemeClr>
                </a:solidFill>
                <a:latin typeface="+mj-ea"/>
                <a:ea typeface="+mj-ea"/>
              </a:rPr>
              <a:t>Les Frères 兄弟 
La mer 大海</a:t>
            </a:r>
            <a:r>
              <a:rPr lang="fr-FR" altLang="zh-CN" sz="4000" b="1" strike="noStrike" spc="-1" dirty="0">
                <a:solidFill>
                  <a:schemeClr val="accent5">
                    <a:lumMod val="50000"/>
                  </a:schemeClr>
                </a:solidFill>
                <a:latin typeface="+mj-ea"/>
                <a:ea typeface="+mj-ea"/>
              </a:rPr>
              <a:t> le quai </a:t>
            </a:r>
            <a:r>
              <a:rPr lang="zh-CN" altLang="fr-FR" sz="4000" b="1" strike="noStrike" spc="-1" dirty="0">
                <a:solidFill>
                  <a:schemeClr val="accent5">
                    <a:lumMod val="50000"/>
                  </a:schemeClr>
                </a:solidFill>
                <a:latin typeface="+mj-ea"/>
                <a:ea typeface="+mj-ea"/>
              </a:rPr>
              <a:t>站台 码头</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624641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[e]     é, -er, -ez -es   
</a:t>
            </a:r>
            <a:r>
              <a:rPr lang="zh-CN" sz="4000" b="1" strike="noStrike" spc="-1" dirty="0">
                <a:solidFill>
                  <a:schemeClr val="accent5">
                    <a:lumMod val="50000"/>
                  </a:schemeClr>
                </a:solidFill>
                <a:latin typeface="+mj-ea"/>
                <a:ea typeface="+mj-ea"/>
              </a:rPr>
              <a:t>été l'été 夏天
café, le café 咖啡 
l'église 教堂 
année 年 Bonne année 新年快乐
aller 去 Allez 加油</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1551398" y="511560"/>
            <a:ext cx="8350042" cy="5630857"/>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一些基础的句子   
</a:t>
            </a:r>
            <a:r>
              <a:rPr lang="zh-CN" sz="4000" b="1" strike="noStrike" spc="-1" dirty="0">
                <a:solidFill>
                  <a:schemeClr val="accent5">
                    <a:lumMod val="50000"/>
                  </a:schemeClr>
                </a:solidFill>
                <a:latin typeface="+mj-ea"/>
                <a:ea typeface="+mj-ea"/>
              </a:rPr>
              <a:t>J'aime le café au lait 我爱牛奶咖啡
J'aime la mer 我爱大海 
J'aime ma mère 我爱我的妈妈
Vous êtes prêts ? 你们准备好了吗?</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624641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Dictée Vous êtes prêts? 听写测试，准备好了吗?   
</a:t>
            </a:r>
            <a:r>
              <a:rPr lang="zh-CN" sz="4000" b="1" strike="noStrike" spc="-1" dirty="0">
                <a:solidFill>
                  <a:schemeClr val="accent5">
                    <a:lumMod val="50000"/>
                  </a:schemeClr>
                </a:solidFill>
                <a:latin typeface="+mj-ea"/>
                <a:ea typeface="+mj-ea"/>
              </a:rPr>
              <a:t>J'__me la France 我爱法国
Je suis pr_t,e ! 我准备好了
 All__ OM ! 加油马赛! 
 Bonne ann_e ! 新年快乐！</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63695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一点复盘 
1 还有很多词也是这些发音，课下请寻找并练习 
2 在法语中，事务不是单独出现的，总是有le la les l‘</a:t>
            </a:r>
            <a:r>
              <a:rPr lang="zh-CN" altLang="fr-FR" sz="4000" b="1" strike="noStrike" spc="-1" dirty="0">
                <a:solidFill>
                  <a:schemeClr val="accent5">
                    <a:lumMod val="50000"/>
                  </a:schemeClr>
                </a:solidFill>
                <a:latin typeface="Matura MT Script Capitals"/>
              </a:rPr>
              <a:t>或者</a:t>
            </a:r>
            <a:r>
              <a:rPr lang="fr-FR" altLang="zh-CN" sz="4000" b="1" strike="noStrike" spc="-1" dirty="0">
                <a:solidFill>
                  <a:schemeClr val="accent5">
                    <a:lumMod val="50000"/>
                  </a:schemeClr>
                </a:solidFill>
                <a:latin typeface="Matura MT Script Capitals"/>
              </a:rPr>
              <a:t>un une</a:t>
            </a:r>
            <a:r>
              <a:rPr lang="zh-CN" sz="4000" b="1" strike="noStrike" spc="-1" dirty="0">
                <a:solidFill>
                  <a:schemeClr val="accent5">
                    <a:lumMod val="50000"/>
                  </a:schemeClr>
                </a:solidFill>
                <a:latin typeface="Matura MT Script Capitals"/>
              </a:rPr>
              <a:t>在前面，就像人必须穿上衣服才可以出门</a:t>
            </a:r>
            <a:endParaRPr lang="fr-FR" sz="8000" b="0" strike="noStrike" spc="-1" dirty="0">
              <a:solidFill>
                <a:schemeClr val="accent5">
                  <a:lumMod val="50000"/>
                </a:schemeClr>
              </a:solidFill>
              <a:latin typeface="Arial"/>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384575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一点复盘 
3 法语的句子结构不难，就是 
- 某人某物做了某事 
- 某人某物是什么</a:t>
            </a:r>
            <a:endParaRPr lang="fr-FR" sz="8000" b="0" strike="noStrike" spc="-1" dirty="0">
              <a:solidFill>
                <a:schemeClr val="accent5">
                  <a:lumMod val="50000"/>
                </a:schemeClr>
              </a:solidFill>
              <a:latin typeface="Arial"/>
            </a:endParaRPr>
          </a:p>
          <a:p>
            <a:pPr algn="l" defTabSz="457200">
              <a:lnSpc>
                <a:spcPct val="100000"/>
              </a:lnSpc>
            </a:pPr>
            <a:r>
              <a:rPr lang="fr-FR" sz="2000" b="1" strike="noStrike" spc="-1">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6369521"/>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[a]  a, à 
</a:t>
            </a:r>
            <a:r>
              <a:rPr lang="zh-CN" sz="4000" b="1" strike="noStrike" spc="-1" dirty="0">
                <a:solidFill>
                  <a:schemeClr val="accent5">
                    <a:lumMod val="50000"/>
                  </a:schemeClr>
                </a:solidFill>
                <a:latin typeface="+mj-ea"/>
                <a:ea typeface="+mj-ea"/>
              </a:rPr>
              <a:t>l'année </a:t>
            </a:r>
            <a:r>
              <a:rPr lang="zh-CN" sz="4000" b="1" strike="noStrike" spc="-1" dirty="0">
                <a:solidFill>
                  <a:schemeClr val="accent5">
                    <a:lumMod val="50000"/>
                  </a:schemeClr>
                </a:solidFill>
                <a:latin typeface="Matura MT Script Capitals"/>
              </a:rPr>
              <a:t>年
</a:t>
            </a:r>
            <a:r>
              <a:rPr lang="zh-CN" sz="4000" b="1" strike="noStrike" spc="-1" dirty="0">
                <a:solidFill>
                  <a:schemeClr val="accent5">
                    <a:lumMod val="50000"/>
                  </a:schemeClr>
                </a:solidFill>
                <a:latin typeface="+mj-ea"/>
                <a:ea typeface="+mj-ea"/>
              </a:rPr>
              <a:t>Voilà 就是这样 
Tu es là? 你在吗？
Je suis là 我在 
ça va? 你好吗？ça va. 我很好
Je m'appelle 我叫</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686196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[y]  u, û 
</a:t>
            </a:r>
            <a:r>
              <a:rPr lang="zh-CN" sz="4000" b="1" strike="noStrike" spc="-1" dirty="0">
                <a:solidFill>
                  <a:schemeClr val="accent5">
                    <a:lumMod val="50000"/>
                  </a:schemeClr>
                </a:solidFill>
                <a:latin typeface="+mj-ea"/>
                <a:ea typeface="+mj-ea"/>
              </a:rPr>
              <a:t>La Rue 街道
La Préfecture 警察局 
Salut ça va?</a:t>
            </a:r>
            <a:r>
              <a:rPr lang="zh-CN" altLang="fr-FR" sz="4000" b="1" strike="noStrike" spc="-1" dirty="0">
                <a:solidFill>
                  <a:schemeClr val="accent5">
                    <a:lumMod val="50000"/>
                  </a:schemeClr>
                </a:solidFill>
                <a:latin typeface="+mj-ea"/>
                <a:ea typeface="+mj-ea"/>
              </a:rPr>
              <a:t>你好，你好吗</a:t>
            </a:r>
            <a:r>
              <a:rPr lang="zh-CN" sz="4000" b="1" strike="noStrike" spc="-1" dirty="0">
                <a:solidFill>
                  <a:schemeClr val="accent5">
                    <a:lumMod val="50000"/>
                  </a:schemeClr>
                </a:solidFill>
                <a:latin typeface="+mj-ea"/>
                <a:ea typeface="+mj-ea"/>
              </a:rPr>
              <a:t>
Bien Sûr! 当然
Dessus 上面
Le Bureau 办公室</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624641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[i]  i, y, î 
</a:t>
            </a:r>
            <a:r>
              <a:rPr lang="zh-CN" sz="4000" b="1" strike="noStrike" spc="-1" dirty="0">
                <a:solidFill>
                  <a:schemeClr val="accent5">
                    <a:lumMod val="50000"/>
                  </a:schemeClr>
                </a:solidFill>
                <a:latin typeface="+mj-ea"/>
                <a:ea typeface="+mj-ea"/>
              </a:rPr>
              <a:t>Le Stylo 水笔
Paris 巴黎 
Le riz 米饭
Saint Denis 93省的名字
l'île de France 法兰西岛</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624641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[u] ou 
</a:t>
            </a:r>
            <a:r>
              <a:rPr lang="zh-CN" sz="4000" b="1" strike="noStrike" spc="-1" dirty="0">
                <a:solidFill>
                  <a:schemeClr val="accent5">
                    <a:lumMod val="50000"/>
                  </a:schemeClr>
                </a:solidFill>
                <a:latin typeface="+mj-ea"/>
                <a:ea typeface="+mj-ea"/>
              </a:rPr>
              <a:t>Tout va bien? 一切都好吗？ 
C'est tout 就这样
Le boulevard 林荫大道
Doux 甜美的柔和的
Rouen 鲁昂</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624641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字母/组合：eu, œu 
-eu 和 œu 在词尾闭音节（后无发音辅音或词尾）时，发音为 [ø]，如 deux 2. La peur 害怕
- 在其他位置，eu 和 œu 发音为 [œ] 如le cœur 心脏、la sœur 姐妹</a:t>
            </a:r>
            <a:r>
              <a:rPr lang="zh-CN" sz="4000" b="1" strike="noStrike" spc="-1" dirty="0">
                <a:solidFill>
                  <a:schemeClr val="accent5">
                    <a:lumMod val="50000"/>
                  </a:schemeClr>
                </a:solidFill>
                <a:latin typeface="+mj-ea"/>
                <a:ea typeface="+mj-ea"/>
              </a:rPr>
              <a:t/>
            </a:r>
            <a:r>
              <a:rPr b="1" sz="2000">
                <a:latin typeface="STXingkai"/>
              </a:rPr>
              <a:t> </a:t>
            </a:r>
            <a:r>
              <a:rPr b="1" sz="2000">
                <a:latin typeface="STXingkai"/>
              </a:rPr>
              <a:t> </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r>
              <a:rPr b="1" sz="2000">
                <a:latin typeface="STXingkai"/>
              </a:rPr>
              <a:t> </a:t>
            </a:r>
            <a:r>
              <a:rPr b="1" sz="2000">
                <a:latin typeface="STXingkai"/>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624641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j-ea"/>
                <a:ea typeface="+mj-ea"/>
              </a:rPr>
              <a:t>         </a:t>
            </a:r>
            <a:r>
              <a:rPr lang="zh-CN" sz="4000" b="1" strike="noStrike" spc="-1" dirty="0">
                <a:solidFill>
                  <a:schemeClr val="accent5">
                    <a:lumMod val="50000"/>
                  </a:schemeClr>
                </a:solidFill>
                <a:latin typeface="+mj-ea"/>
                <a:ea typeface="+mj-ea"/>
              </a:rPr>
              <a:t>tu vous toi 的使用，</a:t>
            </a:r>
            <a:endParaRPr lang="fr-FR" altLang="zh-CN" sz="4000" b="1" strike="noStrike" spc="-1" dirty="0">
              <a:solidFill>
                <a:schemeClr val="accent5">
                  <a:lumMod val="50000"/>
                </a:schemeClr>
              </a:solidFill>
              <a:latin typeface="+mj-ea"/>
              <a:ea typeface="+mj-ea"/>
            </a:endParaRPr>
          </a:p>
          <a:p>
            <a:pPr algn="l" defTabSz="457200">
              <a:lnSpc>
                <a:spcPct val="100000"/>
              </a:lnSpc>
            </a:pPr>
            <a:r>
              <a:rPr lang="zh-CN" sz="4000" b="1" strike="noStrike" spc="-1" dirty="0">
                <a:solidFill>
                  <a:schemeClr val="accent5">
                    <a:lumMod val="50000"/>
                  </a:schemeClr>
                </a:solidFill>
                <a:latin typeface="+mj-ea"/>
                <a:ea typeface="+mj-ea"/>
              </a:rPr>
              <a:t>都是你，
但tu一般放在句首发出动作，vous用于复数或尊称，
toi用于强调或独立使用。放在句末</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624641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几个例子
</a:t>
            </a:r>
            <a:r>
              <a:rPr lang="zh-CN" sz="4000" b="1" strike="noStrike" spc="-1" dirty="0">
                <a:solidFill>
                  <a:schemeClr val="accent5">
                    <a:lumMod val="50000"/>
                  </a:schemeClr>
                </a:solidFill>
                <a:latin typeface="+mj-ea"/>
                <a:ea typeface="+mj-ea"/>
              </a:rPr>
              <a:t>Comment allez-vous? 您最近还好吗？
On va aller chez toi 去你家
Tu es mon ami 你是我朋友
C'est toi.</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624641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一些句子 
</a:t>
            </a:r>
            <a:r>
              <a:rPr lang="zh-CN" sz="4000" b="1" strike="noStrike" spc="-1" dirty="0">
                <a:solidFill>
                  <a:schemeClr val="accent5">
                    <a:lumMod val="50000"/>
                  </a:schemeClr>
                </a:solidFill>
                <a:latin typeface="+mj-ea"/>
                <a:ea typeface="+mj-ea"/>
              </a:rPr>
              <a:t>Tu aimes Paris? 你喜欢巴黎
- Bien sûr! 当然
Je m'appelle Zijian, j'habite à Paris 我叫子健我住巴黎
- Enchanté! 很高兴认识你</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624641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j-ea"/>
                <a:ea typeface="+mj-ea"/>
              </a:rPr>
              <a:t>         </a:t>
            </a:r>
            <a:r>
              <a:rPr lang="zh-CN" sz="4000" b="1" strike="noStrike" spc="-1" dirty="0">
                <a:solidFill>
                  <a:schemeClr val="accent5">
                    <a:lumMod val="50000"/>
                  </a:schemeClr>
                </a:solidFill>
                <a:latin typeface="+mj-ea"/>
                <a:ea typeface="+mj-ea"/>
              </a:rPr>
              <a:t>Dictée Test Vous êtes prêtes? 
S_l_t ! (你好)
-T_ es sûr ? (你确定吗？)
Tu t'_ppelles comment? 你叫什么名字？
- Je m'_ppelle ..., je s_is ...</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384575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复盘一下
1 法语句子如果是问句口语中直接升调就可以 
2 把上面讲的单词活学活用你们可以用法语做自我介绍了</a:t>
            </a:r>
            <a:endParaRPr lang="fr-FR" sz="8000" b="0" strike="noStrike" spc="-1" dirty="0">
              <a:solidFill>
                <a:schemeClr val="accent5">
                  <a:lumMod val="50000"/>
                </a:schemeClr>
              </a:solidFill>
              <a:latin typeface="Arial"/>
            </a:endParaRPr>
          </a:p>
          <a:p>
            <a:pPr algn="l" defTabSz="457200">
              <a:lnSpc>
                <a:spcPct val="100000"/>
              </a:lnSpc>
            </a:pPr>
            <a:r>
              <a:rPr lang="fr-FR" sz="2000" b="1" strike="noStrike" spc="-1">
                <a:solidFill>
                  <a:schemeClr val="dk1"/>
                </a:solidFill>
                <a:latin typeface="Matura MT Script Capitals"/>
              </a:rPr>
              <a:t>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384575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
箴言书 3:5 你们要专心仰赖耶和华，不可依靠自己的聪明，
3:6  在你一切所行的事上，都要认定他，他必指引你的路。阿们！</a:t>
            </a:r>
            <a:r>
              <a:rPr b="1" sz="4000">
                <a:latin typeface="STXingkai"/>
              </a:rPr>
              <a:t/>
            </a:r>
            <a:endParaRPr lang="fr-FR" sz="8000" b="0" strike="noStrike" spc="-1" dirty="0">
              <a:solidFill>
                <a:schemeClr val="accent5">
                  <a:lumMod val="50000"/>
                </a:schemeClr>
              </a:solidFill>
              <a:latin typeface="Arial"/>
            </a:endParaRPr>
          </a:p>
          <a:p>
            <a:pPr algn="l" defTabSz="457200">
              <a:lnSpc>
                <a:spcPct val="100000"/>
              </a:lnSpc>
            </a:pPr>
            <a:r>
              <a:rPr lang="fr-FR" sz="2000" b="1" strike="noStrike" spc="-1">
                <a:solidFill>
                  <a:schemeClr val="dk1"/>
                </a:solidFill>
                <a:latin typeface="Matura MT Script Capitals"/>
              </a:rPr>
              <a:t>                           </a:t>
            </a:r>
            <a:r>
              <a:rPr b="1" sz="4000">
                <a:latin typeface="STXingkai"/>
              </a:rPr>
              <a:t/>
            </a:r>
            <a:r>
              <a:rPr b="1" sz="4000">
                <a:latin typeface="STXingkai"/>
              </a:rPr>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ZoneTexte 3"/>
          <p:cNvSpPr/>
          <p:nvPr/>
        </p:nvSpPr>
        <p:spPr>
          <a:xfrm>
            <a:off x="2545560" y="511560"/>
            <a:ext cx="7355880" cy="5630857"/>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zh-CN" sz="7200" b="1" strike="noStrike" spc="-1" dirty="0">
                <a:solidFill>
                  <a:schemeClr val="accent5">
                    <a:lumMod val="50000"/>
                  </a:schemeClr>
                </a:solidFill>
                <a:latin typeface="Forte" panose="03060902040502070203" pitchFamily="66" charset="0"/>
              </a:rPr>
              <a:t>信望爱基督之家</a:t>
            </a:r>
            <a:endParaRPr lang="fr-FR" sz="7200" b="0" strike="noStrike" spc="-1" dirty="0">
              <a:solidFill>
                <a:schemeClr val="accent5">
                  <a:lumMod val="50000"/>
                </a:schemeClr>
              </a:solidFill>
              <a:latin typeface="Forte" panose="03060902040502070203" pitchFamily="66" charset="0"/>
            </a:endParaRPr>
          </a:p>
          <a:p>
            <a:pPr defTabSz="457200">
              <a:lnSpc>
                <a:spcPct val="100000"/>
              </a:lnSpc>
            </a:pPr>
            <a:r>
              <a:rPr lang="fr-FR" sz="3600" b="1" strike="noStrike" spc="-1" dirty="0">
                <a:solidFill>
                  <a:schemeClr val="accent5"/>
                </a:solidFill>
                <a:latin typeface="Matura MT Script Capitals"/>
              </a:rPr>
              <a:t>     </a:t>
            </a:r>
            <a:r>
              <a:rPr lang="fr-FR" sz="3200" b="1" strike="noStrike" spc="-1" dirty="0">
                <a:solidFill>
                  <a:schemeClr val="dk1"/>
                </a:solidFill>
                <a:latin typeface="Matura MT Script Capitals"/>
              </a:rPr>
              <a:t>Eglise la Maison du Christ </a:t>
            </a:r>
            <a:endParaRPr lang="fr-FR" sz="3200" b="0" strike="noStrike" spc="-1" dirty="0">
              <a:solidFill>
                <a:srgbClr val="000000"/>
              </a:solidFill>
              <a:latin typeface="Arial"/>
            </a:endParaRPr>
          </a:p>
          <a:p>
            <a:pPr defTabSz="457200">
              <a:lnSpc>
                <a:spcPct val="100000"/>
              </a:lnSpc>
            </a:pPr>
            <a:endParaRPr lang="fr-FR" sz="3200" b="0" strike="noStrike" spc="-1" dirty="0">
              <a:solidFill>
                <a:srgbClr val="000000"/>
              </a:solidFill>
              <a:latin typeface="Arial"/>
            </a:endParaRPr>
          </a:p>
          <a:p>
            <a:pPr algn="l" defTabSz="457200">
              <a:lnSpc>
                <a:spcPct val="100000"/>
              </a:lnSpc>
            </a:pPr>
            <a:r>
              <a:rPr lang="fr-FR" sz="3200" b="1" strike="noStrike" spc="-1" dirty="0">
                <a:solidFill>
                  <a:schemeClr val="accent5"/>
                </a:solidFill>
                <a:latin typeface="Matura MT Script Capitals"/>
              </a:rPr>
              <a:t>         </a:t>
            </a:r>
            <a:r>
              <a:rPr lang="zh-CN" sz="4000" b="1" strike="noStrike" spc="-1" dirty="0">
                <a:solidFill>
                  <a:schemeClr val="accent5">
                    <a:lumMod val="50000"/>
                  </a:schemeClr>
                </a:solidFill>
                <a:latin typeface="Matura MT Script Capitals"/>
              </a:rPr>
              <a:t/>
            </a:r>
            <a:r>
              <a:rPr lang="zh-CN" sz="4000" b="1" strike="noStrike" spc="-1" dirty="0">
                <a:solidFill>
                  <a:schemeClr val="accent5">
                    <a:lumMod val="50000"/>
                  </a:schemeClr>
                </a:solidFill>
                <a:latin typeface="+mj-ea"/>
                <a:ea typeface="+mj-ea"/>
              </a:rPr>
              <a:t>
Mets ta confiance en l’Eternel de tout ton cœur,et ne te repose pas sur ta propre intelligence.
Tiens compte de lui pour tout ce que tu entreprends,et il te conduira sur le droit chemin.</a:t>
            </a:r>
            <a:endParaRPr lang="fr-FR" sz="8000" b="0" strike="noStrike" spc="-1" dirty="0">
              <a:solidFill>
                <a:schemeClr val="accent5">
                  <a:lumMod val="50000"/>
                </a:schemeClr>
              </a:solidFill>
              <a:latin typeface="+mj-ea"/>
              <a:ea typeface="+mj-ea"/>
            </a:endParaRPr>
          </a:p>
          <a:p>
            <a:pPr algn="l" defTabSz="457200">
              <a:lnSpc>
                <a:spcPct val="100000"/>
              </a:lnSpc>
            </a:pPr>
            <a:r>
              <a:rPr lang="fr-FR" sz="2000" b="1" strike="noStrike" spc="-1" dirty="0">
                <a:solidFill>
                  <a:schemeClr val="dk1"/>
                </a:solidFill>
                <a:latin typeface="Matura MT Script Capitals"/>
              </a:rPr>
              <a:t>                           </a:t>
            </a:r>
            <a:r>
              <a:rPr b="1" sz="4000">
                <a:latin typeface="STXingkai"/>
              </a:rPr>
              <a:t/>
            </a:r>
            <a:r>
              <a:rPr b="1" sz="4000">
                <a:latin typeface="STXingkai"/>
              </a:rPr>
              <a:t/>
            </a:r>
            <a:endParaRPr lang="fr-FR" sz="2400" b="0" strike="noStrike" spc="-1" dirty="0">
              <a:solidFill>
                <a:srgbClr val="000000"/>
              </a:solidFill>
              <a:latin typeface="Arial"/>
            </a:endParaRPr>
          </a:p>
        </p:txBody>
      </p:sp>
      <p:sp>
        <p:nvSpPr>
          <p:cNvPr id="101" name="ZoneTexte 6"/>
          <p:cNvSpPr/>
          <p:nvPr/>
        </p:nvSpPr>
        <p:spPr>
          <a:xfrm>
            <a:off x="881449" y="4821840"/>
            <a:ext cx="10560791" cy="583321"/>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457200">
              <a:lnSpc>
                <a:spcPct val="100000"/>
              </a:lnSpc>
            </a:pPr>
            <a:endParaRPr lang="fr-FR" sz="3200" b="0" strike="noStrike" spc="-1" dirty="0">
              <a:solidFill>
                <a:srgbClr val="000000"/>
              </a:solidFill>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5.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0" y="0"/>
            <a:ext cx="12192000" cy="68580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theme/theme1.xml><?xml version="1.0" encoding="utf-8"?>
<a:theme xmlns:a="http://schemas.openxmlformats.org/drawingml/2006/main" name="Facette">
  <a:themeElements>
    <a:clrScheme name="Facette">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te">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te">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1_Facette">
  <a:themeElements>
    <a:clrScheme name="Facette">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te">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te">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3.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Organic</Template>
  <TotalTime>0</TotalTime>
  <Words>2171</Words>
  <Application>Microsoft Office PowerPoint</Application>
  <PresentationFormat>Grand écran</PresentationFormat>
  <Paragraphs>133</Paragraphs>
  <Slides>27</Slides>
  <Notes>0</Notes>
  <HiddenSlides>0</HiddenSlides>
  <MMClips>1</MMClips>
  <ScaleCrop>false</ScaleCrop>
  <HeadingPairs>
    <vt:vector size="6" baseType="variant">
      <vt:variant>
        <vt:lpstr>Polices utilisées</vt:lpstr>
      </vt:variant>
      <vt:variant>
        <vt:i4>8</vt:i4>
      </vt:variant>
      <vt:variant>
        <vt:lpstr>Thème</vt:lpstr>
      </vt:variant>
      <vt:variant>
        <vt:i4>2</vt:i4>
      </vt:variant>
      <vt:variant>
        <vt:lpstr>Titres des diapositives</vt:lpstr>
      </vt:variant>
      <vt:variant>
        <vt:i4>27</vt:i4>
      </vt:variant>
    </vt:vector>
  </HeadingPairs>
  <TitlesOfParts>
    <vt:vector size="37" baseType="lpstr">
      <vt:lpstr>Arial</vt:lpstr>
      <vt:lpstr>Forte</vt:lpstr>
      <vt:lpstr>Garamond</vt:lpstr>
      <vt:lpstr>Lucida Fax</vt:lpstr>
      <vt:lpstr>Matura MT Script Capitals</vt:lpstr>
      <vt:lpstr>Times New Roman</vt:lpstr>
      <vt:lpstr>Trebuchet MS</vt:lpstr>
      <vt:lpstr>Wingdings 3</vt:lpstr>
      <vt:lpstr>Facette</vt:lpstr>
      <vt:lpstr>1_Facette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信望爱之家</dc:title>
  <dc:subject/>
  <dc:creator>Microsoft Office User</dc:creator>
  <dc:description/>
  <cp:lastModifiedBy>Eglise Amour du Christ</cp:lastModifiedBy>
  <cp:revision>537</cp:revision>
  <dcterms:created xsi:type="dcterms:W3CDTF">2024-11-16T18:47:01Z</dcterms:created>
  <dcterms:modified xsi:type="dcterms:W3CDTF">2026-03-01T12:32:45Z</dcterms:modified>
  <dc:language>fr-FR</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5</vt:i4>
  </property>
  <property fmtid="{D5CDD505-2E9C-101B-9397-08002B2CF9AE}" pid="3" name="Notes">
    <vt:i4>1</vt:i4>
  </property>
  <property fmtid="{D5CDD505-2E9C-101B-9397-08002B2CF9AE}" pid="4" name="PresentationFormat">
    <vt:lpwstr>Grand écran</vt:lpwstr>
  </property>
  <property fmtid="{D5CDD505-2E9C-101B-9397-08002B2CF9AE}" pid="5" name="Slides">
    <vt:i4>22</vt:i4>
  </property>
</Properties>
</file>