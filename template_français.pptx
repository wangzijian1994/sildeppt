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30"/>
  </p:notesMasterIdLst>
  <p:sldIdLst>
    <p:sldId id="256" r:id="rId3"/>
    <p:sldId id="257" r:id="rId27"/>
    <p:sldId id="282" r:id="rId5"/>
    <p:sldId id="283" r:id="rId6"/>
    <p:sldId id="284" r:id="rId7"/>
    <p:sldId id="286" r:id="rId8"/>
    <p:sldId id="285" r:id="rId9"/>
    <p:sldId id="287" r:id="rId36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4" r:id="rId19"/>
    <p:sldId id="275" r:id="rId20"/>
    <p:sldId id="276" r:id="rId21"/>
    <p:sldId id="277" r:id="rId22"/>
    <p:sldId id="271" r:id="rId23"/>
    <p:sldId id="272" r:id="rId24"/>
    <p:sldId id="273" r:id="rId25"/>
    <p:sldId id="281" r:id="rId4"/>
    <p:sldId id="280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4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5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slide" Target="slides/slide2.xml"/><Relationship Id="rId29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法语课 Bienvenue !
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>14/06/2026 
</a:t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>              13h30-14h30
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32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约翰福音15: 7你们若常在我里面，我的话也常在你们里面，凡你们所愿意的，祈求，就给你们成就。</a:t>
            </a:r>
            <a:r>
              <a:rPr b="1" sz="3200">
                <a:latin typeface="STXingkai"/>
              </a:rPr>
              <a:t/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3200">
                <a:latin typeface="STXingkai"/>
              </a:rPr>
              <a:t/>
            </a:r>
            <a:r>
              <a:rPr b="1" sz="3200">
                <a:latin typeface="STXingkai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8619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发音规则1，字母e在单词末尾不发音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table 书桌 la pomme 苹果 
la robe 连衣裙 la porte 门 
la vie 人生 la voiture 汽车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poste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邮局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un timbre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邮票</a:t>
            </a:r>
            <a:endParaRPr lang="fr-FR" altLang="zh-CN" sz="4000" b="1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4000" b="1" spc="-1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Cinquante 50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发音规则2，如果是辅音在词尾大概率不发音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l‘art 艺术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l’avis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意见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endParaRPr lang="fr-FR" altLang="zh-CN" sz="4000" b="1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un colis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包裹 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poulet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鸡肉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
fort 强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forte 强 
lent 慢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bas 低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发音规则3，CFLR辅音在词尾发音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sac 包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avec 一起 
le chef 首长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neuf 新的 
mal 疼痛，不好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J’ai du mal</a:t>
            </a: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journal 日记日报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BE5521F-E48A-4016-9A5B-21889154A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66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Dio_ 一款香水 
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P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a__s 巴黎 
la F_ance 法国 
 La Pharmac_e 药店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Dictée, vous êtes prêts ?
Bonjou_ ! Vot_e coli_ est arrivé ! 
您好，您的包裹送达了
Il y a une po__e sur la tab__. 
桌子上有一个🍎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[ɛ]     è, ê, ai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aimer 爱
lait 牛奶,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café au lait 
Le Père 父亲 La mère 母亲 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Les Frères 兄弟 
La mer 大海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le quai 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站台 码头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[e]     é, -er, -ez -es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été l'été 夏天
café, le café 咖啡 
l'église 教堂 
année 年 Bonne année 新年快乐
aller 去 Allez 加油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1551398" y="511560"/>
            <a:ext cx="8350042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一些基础的句子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J'aime le café au lait 我爱牛奶咖啡
J'aime la mer 我爱大海 
J'aime ma mère 我爱我的妈妈
Vous êtes prêts ? 你们准备好了吗?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听写测试，准备好了吗?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J'__me la France 我爱法国
Je suis pr_t,e ! 我准备好了
 All__ OM ! 加油马赛! 
 Bonne ann_e ! 新年快乐！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3695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1 还有很多词也是这些发音，课下请寻找并练习 
2 在法语中，事务不是单独出现的，总是有le la les l‘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或者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un une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在前面，就像人必须穿上衣服才可以出门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3 法语的句子结构不难，就是 
- 某人某物做了某事 
- 某人某物是什么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3695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[a]  a, à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l'année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年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Voilà 就是这样 
Tu es là? 你在吗？
Je suis là 我在 
ça va? 你好吗？ça va. 我很好
Je m'appelle 我叫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8619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[y]  u, û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Rue 街道
La Préfecture 警察局 
Salut ça va?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你好，你好吗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
Bien Sûr! 当然
Dessus 上面
Le Bureau 办公室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[i]  i, y, î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Stylo 水笔
Paris 巴黎 
Le riz 米饭
Saint Denis 93省的名字
l'île de France 法兰西岛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[u] ou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Tout va bien? 一切都好吗？ 
C'est tout 就这样
Le boulevard 林荫大道
Doux 甜美的柔和的
Rouen 鲁昂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字母/组合：eu, œu 
-eu 和 œu 在词尾闭音节（后无发音辅音或词尾）时，发音为 [ø]，如 deux 2. La peur 害怕
- 在其他位置，eu 和 œu 发音为 [œ] 如le cœur 心脏、la sœur 姐妹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+mj-ea"/>
                <a:ea typeface="+mj-ea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tu vous toi 的使用，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都是你，
但tu一般放在句首发出动作，vous用于复数或尊称，
toi用于强调或独立使用。放在句末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几个例子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Comment allez-vous? 您最近还好吗？
On va aller chez toi 去你家
Tu es mon ami 你是我朋友
C'est toi.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一些句子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Tu aimes Paris? 你喜欢巴黎
- Bien sûr! 当然
Je m'appelle Zijian, j'habite à Paris 我叫子健我住巴黎
- Enchanté! 很高兴认识你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+mj-ea"/>
                <a:ea typeface="+mj-ea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Dictée Test Vous êtes prêtes? 
S_l_t ! (你好)
-T_ es sûr ? (你确定吗？)
Tu t'_ppelles comment? 你叫什么名字？
- Je m'_ppelle ..., je s_is ...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复盘一下
1 法语句子如果是问句口语中直接升调就可以 
2 把上面讲的单词活学活用你们可以用法语做自我介绍了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1999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         Enchanté   </a:t>
            </a:r>
            <a:r>
              <a:rPr lang="zh-CN" alt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
约翰福音1:14 道成了肉身，住在我们中间，充充滿满地有恩典，有真理。我们也见过他的荣光，正是父独生子的荣光。</a:t>
            </a: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/>
            </a:r>
          </a:p>
          <a:p>
            <a:pPr algn="l" defTabSz="457200">
              <a:lnSpc>
                <a:spcPct val="100000"/>
              </a:lnSpc>
            </a:pP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altLang="zh-CN" sz="3200" b="1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endParaRPr lang="fr-FR" altLang="zh-CN" sz="3200" b="1" strike="noStrike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Révision Alphabet français 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36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复习一下，谁能把法语字母读一遍?</a:t>
            </a:r>
            <a:endParaRPr lang="fr-FR" sz="36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5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2171</Words>
  <Application>Microsoft Office PowerPoint</Application>
  <PresentationFormat>Grand écran</PresentationFormat>
  <Paragraphs>133</Paragraphs>
  <Slides>27</Slides>
  <Notes>0</Notes>
  <HiddenSlides>0</HiddenSlides>
  <MMClips>1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27</vt:i4>
      </vt:variant>
    </vt:vector>
  </HeadingPairs>
  <TitlesOfParts>
    <vt:vector size="37" baseType="lpstr">
      <vt:lpstr>Arial</vt:lpstr>
      <vt:lpstr>Forte</vt:lpstr>
      <vt:lpstr>Garamond</vt:lpstr>
      <vt:lpstr>Lucida Fax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537</cp:revision>
  <dcterms:created xsi:type="dcterms:W3CDTF">2024-11-16T18:47:01Z</dcterms:created>
  <dcterms:modified xsi:type="dcterms:W3CDTF">2026-03-01T12:32:45Z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