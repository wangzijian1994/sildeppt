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7" r:id="rId3"/>
    <p:sldId id="270" r:id="rId4"/>
    <p:sldId id="271" r:id="rId5"/>
    <p:sldId id="269" r:id="rId6"/>
    <p:sldId id="272" r:id="rId7"/>
    <p:sldId id="273" r:id="rId8"/>
    <p:sldId id="274" r:id="rId9"/>
    <p:sldId id="275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5" d="100"/>
          <a:sy n="115" d="100"/>
        </p:scale>
        <p:origin x="372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3" Type="http://schemas.openxmlformats.org/officeDocument/2006/relationships/tableStyles" Target="tableStyles.xml"/><Relationship Id="rId12" Type="http://schemas.openxmlformats.org/officeDocument/2006/relationships/viewProps" Target="viewProps.xml"/><Relationship Id="rId11" Type="http://schemas.openxmlformats.org/officeDocument/2006/relationships/presProps" Target="presProps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单击以编辑母版副标题样式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 hasCustomPrompt="1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和描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带描述的引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 hasCustomPrompt="1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 panose="020B0604020202020204"/>
              </a:rPr>
              <a:t>“</a:t>
            </a:r>
            <a:endParaRPr lang="en-US" sz="8000" baseline="0" dirty="0">
              <a:ln w="3175" cmpd="sng">
                <a:noFill/>
              </a:ln>
              <a:solidFill>
                <a:schemeClr val="accent1"/>
              </a:solidFill>
              <a:effectLst/>
              <a:latin typeface="Arial" panose="020B0604020202020204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 panose="020B0604020202020204"/>
              </a:rPr>
              <a:t>”</a:t>
            </a:r>
            <a:endParaRPr lang="en-US" sz="8000" baseline="0" dirty="0">
              <a:ln w="3175" cmpd="sng">
                <a:noFill/>
              </a:ln>
              <a:solidFill>
                <a:schemeClr val="accent1"/>
              </a:solidFill>
              <a:effectLst/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引言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 hasCustomPrompt="1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</a:fld>
            <a:endParaRPr lang="en-US" dirty="0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 panose="020B0604020202020204"/>
              </a:rPr>
              <a:t>“</a:t>
            </a:r>
            <a:endParaRPr lang="en-US" sz="8000" baseline="0" dirty="0">
              <a:ln w="3175" cmpd="sng">
                <a:noFill/>
              </a:ln>
              <a:solidFill>
                <a:schemeClr val="accent1"/>
              </a:solidFill>
              <a:effectLst/>
              <a:latin typeface="Arial" panose="020B0604020202020204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 panose="020B0604020202020204"/>
              </a:rPr>
              <a:t>”</a:t>
            </a:r>
            <a:endParaRPr lang="en-US" sz="8000" baseline="0" dirty="0">
              <a:ln w="3175" cmpd="sng">
                <a:noFill/>
              </a:ln>
              <a:solidFill>
                <a:schemeClr val="accent1"/>
              </a:solidFill>
              <a:effectLst/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真或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 hasCustomPrompt="1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 anchor="t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 hasCustomPrompt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7" Type="http://schemas.openxmlformats.org/officeDocument/2006/relationships/theme" Target="../theme/theme1.xml"/><Relationship Id="rId16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157"/>
            <a:ext cx="2356674" cy="6853096"/>
            <a:chOff x="6627813" y="195610"/>
            <a:chExt cx="1952625" cy="5678141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5610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D57F1E4F-1CFF-5643-939E-217C01CDF565}" type="slidenum">
              <a:rPr lang="en-US" dirty="0"/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2">
              <a:lumMod val="7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64640" y="-1538605"/>
            <a:ext cx="10039985" cy="7080250"/>
          </a:xfrm>
        </p:spPr>
        <p:txBody>
          <a:bodyPr>
            <a:normAutofit fontScale="90000"/>
            <a:scene3d>
              <a:camera prst="orthographicFront"/>
              <a:lightRig rig="threePt" dir="t"/>
            </a:scene3d>
          </a:bodyPr>
          <a:lstStyle/>
          <a:p>
            <a:r>
              <a:rPr lang="en-US" altLang="zh-CN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    </a:t>
            </a:r>
            <a:br>
              <a:rPr lang="en-US" altLang="zh-CN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br>
              <a:rPr lang="en-US" altLang="zh-CN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br>
              <a:rPr lang="en-US" altLang="zh-CN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altLang="zh-CN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    </a:t>
            </a:r>
            <a:br>
              <a:rPr lang="en-US" altLang="zh-CN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br>
              <a:rPr lang="en-US" altLang="zh-CN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br>
              <a:rPr lang="en-US" altLang="zh-CN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altLang="zh-CN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      </a:t>
            </a:r>
            <a:r>
              <a:rPr lang="zh-CN" altLang="en-US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行在恩典路上</a:t>
            </a:r>
            <a:br>
              <a:rPr lang="zh-CN" altLang="en-US" sz="60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zh-CN" altLang="en-US" sz="60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altLang="zh-CN" sz="60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   </a:t>
            </a:r>
            <a:br>
              <a:rPr lang="en-US" altLang="zh-CN" sz="60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altLang="zh-CN" sz="60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   </a:t>
            </a:r>
            <a:r>
              <a:rPr lang="en-US" altLang="zh-CN" sz="4445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zh-CN" altLang="en-US" sz="4445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经文：上行之诗</a:t>
            </a:r>
            <a:r>
              <a:rPr lang="en-US" altLang="zh-CN" sz="4445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-</a:t>
            </a:r>
            <a:r>
              <a:rPr lang="zh-CN" altLang="en-US" sz="4445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诗篇</a:t>
            </a:r>
            <a:r>
              <a:rPr lang="en-US" altLang="zh-CN" sz="4445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120</a:t>
            </a:r>
            <a:br>
              <a:rPr lang="en-US" altLang="zh-CN" sz="60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endParaRPr lang="zh-CN" altLang="en-US" sz="60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3640975" y="4488873"/>
            <a:ext cx="7863637" cy="1414789"/>
          </a:xfrm>
        </p:spPr>
        <p:txBody>
          <a:bodyPr>
            <a:normAutofit/>
          </a:bodyPr>
          <a:lstStyle/>
          <a:p>
            <a:r>
              <a:rPr lang="en-US" altLang="zh-CN" sz="40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endParaRPr lang="en-US" altLang="zh-CN" sz="40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scene3d>
              <a:camera prst="orthographicFront"/>
              <a:lightRig rig="threePt" dir="t"/>
            </a:scene3d>
          </a:bodyPr>
          <a:p>
            <a:r>
              <a:rPr lang="en-US" altLang="zh-CN" b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zh-CN" altLang="en-US" sz="4800" b="1">
                <a:solidFill>
                  <a:schemeClr val="tx1">
                    <a:lumMod val="95000"/>
                    <a:lumOff val="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上行之诗</a:t>
            </a:r>
            <a:r>
              <a:rPr lang="en-US" altLang="zh-CN" sz="4800" b="1">
                <a:solidFill>
                  <a:schemeClr val="tx1">
                    <a:lumMod val="95000"/>
                    <a:lumOff val="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--</a:t>
            </a:r>
            <a:r>
              <a:rPr lang="zh-CN" altLang="en-US" sz="4800" b="1">
                <a:solidFill>
                  <a:schemeClr val="tx1">
                    <a:lumMod val="95000"/>
                    <a:lumOff val="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登阶之诗（</a:t>
            </a:r>
            <a:r>
              <a:rPr lang="en-US" altLang="zh-CN" sz="4800" b="1">
                <a:solidFill>
                  <a:schemeClr val="tx1">
                    <a:lumMod val="95000"/>
                    <a:lumOff val="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15</a:t>
            </a:r>
            <a:r>
              <a:rPr lang="zh-CN" altLang="en-US" sz="4800" b="1">
                <a:solidFill>
                  <a:schemeClr val="tx1">
                    <a:lumMod val="95000"/>
                    <a:lumOff val="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）</a:t>
            </a:r>
            <a:endParaRPr lang="zh-CN" altLang="en-US" sz="4800" b="1">
              <a:solidFill>
                <a:schemeClr val="tx1">
                  <a:lumMod val="95000"/>
                  <a:lumOff val="500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p>
            <a:pPr marL="0" indent="0">
              <a:buNone/>
            </a:pPr>
            <a:r>
              <a:rPr lang="zh-CN" altLang="en-US" sz="4400" b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诗篇</a:t>
            </a:r>
            <a:r>
              <a:rPr lang="en-US" altLang="zh-CN" sz="4400" b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120-122 </a:t>
            </a:r>
            <a:r>
              <a:rPr lang="zh-CN" altLang="en-US" sz="4400" b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恩典篇</a:t>
            </a:r>
            <a:endParaRPr lang="zh-CN" altLang="en-US" sz="4400" b="1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0" indent="0">
              <a:buNone/>
            </a:pPr>
            <a:r>
              <a:rPr lang="zh-CN" altLang="en-US" sz="4400" b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诗篇</a:t>
            </a:r>
            <a:r>
              <a:rPr lang="en-US" altLang="zh-CN" sz="4400" b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123-125 </a:t>
            </a:r>
            <a:r>
              <a:rPr lang="zh-CN" altLang="en-US" sz="4400" b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信靠篇</a:t>
            </a:r>
            <a:endParaRPr lang="zh-CN" altLang="en-US" sz="4400" b="1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0" indent="0">
              <a:buNone/>
            </a:pPr>
            <a:r>
              <a:rPr lang="zh-CN" altLang="en-US" sz="4400" b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诗篇</a:t>
            </a:r>
            <a:r>
              <a:rPr lang="en-US" altLang="zh-CN" sz="4400" b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126-128 </a:t>
            </a:r>
            <a:r>
              <a:rPr lang="zh-CN" altLang="en-US" sz="4400" b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服事篇</a:t>
            </a:r>
            <a:endParaRPr lang="zh-CN" altLang="en-US" sz="4400" b="1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0" indent="0">
              <a:buNone/>
            </a:pPr>
            <a:r>
              <a:rPr lang="zh-CN" altLang="en-US" sz="4400" b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诗篇</a:t>
            </a:r>
            <a:r>
              <a:rPr lang="en-US" altLang="zh-CN" sz="4400" b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129-131 </a:t>
            </a:r>
            <a:r>
              <a:rPr lang="zh-CN" altLang="en-US" sz="4400" b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炼净篇</a:t>
            </a:r>
            <a:endParaRPr lang="zh-CN" altLang="en-US" sz="4400" b="1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0" indent="0">
              <a:buNone/>
            </a:pPr>
            <a:r>
              <a:rPr lang="zh-CN" altLang="en-US" sz="4400" b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诗篇</a:t>
            </a:r>
            <a:r>
              <a:rPr lang="en-US" altLang="zh-CN" sz="4400" b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132-134 </a:t>
            </a:r>
            <a:r>
              <a:rPr lang="zh-CN" altLang="en-US" sz="4400" b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荣耀篇</a:t>
            </a:r>
            <a:endParaRPr lang="zh-CN" altLang="en-US" sz="4400" b="1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0" indent="0">
              <a:buNone/>
            </a:pPr>
            <a:endParaRPr lang="zh-CN" altLang="en-US" sz="4400" b="1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0" indent="0">
              <a:buNone/>
            </a:pPr>
            <a:endParaRPr lang="zh-CN" altLang="en-US" sz="4400" b="1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 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807845" y="699135"/>
            <a:ext cx="10156825" cy="6517640"/>
          </a:xfrm>
        </p:spPr>
        <p:txBody>
          <a:bodyPr>
            <a:normAutofit fontScale="80000"/>
          </a:bodyPr>
          <a:p>
            <a:pPr marL="0" indent="0">
              <a:buNone/>
            </a:pPr>
            <a:r>
              <a:rPr lang="en-US" altLang="zh-CN" sz="4000" b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</a:t>
            </a:r>
            <a:r>
              <a:rPr lang="zh-CN" altLang="en-US" sz="4000" b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节</a:t>
            </a:r>
            <a:r>
              <a:rPr lang="en-US" altLang="zh-CN" sz="4000" b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zh-CN" altLang="en-US" sz="4000" b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我在急难中求告耶和华，</a:t>
            </a:r>
            <a:r>
              <a:rPr lang="en-US" altLang="zh-CN" sz="4000" b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zh-CN" altLang="en-US" sz="4000" b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他就应允我。</a:t>
            </a:r>
            <a:r>
              <a:rPr lang="en-US" altLang="zh-CN" sz="4000" b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</a:t>
            </a:r>
            <a:endParaRPr lang="en-US" altLang="zh-CN" sz="4000" b="1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0" indent="0">
              <a:buNone/>
            </a:pPr>
            <a:endParaRPr lang="en-US" altLang="zh-CN" sz="4000" b="1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0" indent="0">
              <a:buNone/>
            </a:pPr>
            <a:r>
              <a:rPr lang="en-US" altLang="zh-CN" sz="4000" b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2-4</a:t>
            </a:r>
            <a:r>
              <a:rPr lang="zh-CN" altLang="en-US" sz="4000" b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节</a:t>
            </a:r>
            <a:r>
              <a:rPr lang="en-US" altLang="zh-CN" sz="4000" b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zh-CN" altLang="en-US" sz="4000" b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耶和华啊，求你救我脱离说谎的嘴唇和诡诈的舌头！</a:t>
            </a:r>
            <a:r>
              <a:rPr lang="en-US" altLang="zh-CN" sz="4000" b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zh-CN" altLang="en-US" sz="4000" b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诡诈的舌头啊，要给你什么呢？</a:t>
            </a:r>
            <a:r>
              <a:rPr lang="en-US" altLang="zh-CN" sz="4000" b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zh-CN" altLang="en-US" sz="4000" b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要拿什么加给你呢？</a:t>
            </a:r>
            <a:r>
              <a:rPr lang="en-US" altLang="zh-CN" sz="4000" b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zh-CN" altLang="en-US" sz="4000" b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就是勇士的利箭和罗腾木</a:t>
            </a:r>
            <a:r>
              <a:rPr lang="en-US" altLang="zh-CN" sz="4000" b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zh-CN" altLang="en-US" sz="4000" b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的炭火。</a:t>
            </a:r>
            <a:r>
              <a:rPr lang="en-US" altLang="zh-CN" sz="4000" b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endParaRPr lang="en-US" altLang="zh-CN" sz="4000" b="1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0" indent="0">
              <a:buNone/>
            </a:pPr>
            <a:endParaRPr lang="en-US" altLang="zh-CN" sz="4000" b="1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0" indent="0">
              <a:buNone/>
            </a:pPr>
            <a:r>
              <a:rPr lang="en-US" altLang="zh-CN" sz="4000" b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5-7</a:t>
            </a:r>
            <a:r>
              <a:rPr lang="zh-CN" altLang="en-US" sz="4000" b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节</a:t>
            </a:r>
            <a:r>
              <a:rPr lang="en-US" altLang="zh-CN" sz="4000" b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zh-CN" altLang="en-US" sz="4000" b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我寄居在米设，</a:t>
            </a:r>
            <a:r>
              <a:rPr lang="en-US" altLang="zh-CN" sz="4000" b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zh-CN" altLang="en-US" sz="4000" b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住在基达帐棚之中，有祸了！</a:t>
            </a:r>
            <a:r>
              <a:rPr lang="en-US" altLang="zh-CN" sz="4000" b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zh-CN" altLang="en-US" sz="4000" b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我与那恨恶和睦的人许久同住。</a:t>
            </a:r>
            <a:r>
              <a:rPr lang="en-US" altLang="zh-CN" sz="4000" b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zh-CN" altLang="en-US" sz="4000" b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我愿和睦，</a:t>
            </a:r>
            <a:r>
              <a:rPr lang="en-US" altLang="zh-CN" sz="4000" b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zh-CN" altLang="en-US" sz="4000" b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但我发言，他们就要争战。</a:t>
            </a:r>
            <a:endParaRPr lang="zh-CN" altLang="en-US" sz="4000" b="1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0" indent="0">
              <a:buNone/>
            </a:pPr>
            <a:r>
              <a:rPr lang="zh-CN" altLang="en-US" sz="4000" b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诗篇</a:t>
            </a:r>
            <a:r>
              <a:rPr lang="en-US" altLang="zh-CN" sz="4000" b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‬ ‭120‬:‭1‬-‭7‬ ‭</a:t>
            </a:r>
            <a:endParaRPr lang="en-US" altLang="zh-CN" sz="4000" b="1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 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258060" y="1426845"/>
            <a:ext cx="9246235" cy="4484370"/>
          </a:xfrm>
        </p:spPr>
        <p:txBody>
          <a:bodyPr/>
          <a:p>
            <a:pPr marL="0" indent="0">
              <a:buNone/>
            </a:pPr>
            <a:r>
              <a:rPr lang="en-US" altLang="zh-CN" sz="3600" b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</a:t>
            </a:r>
            <a:r>
              <a:rPr lang="zh-CN" altLang="en-US" sz="3600" b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）恩典上的开始：转向</a:t>
            </a:r>
            <a:r>
              <a:rPr lang="en-US" altLang="zh-CN" sz="3600" b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zh-CN" altLang="en-US" sz="3600" b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神</a:t>
            </a:r>
            <a:r>
              <a:rPr lang="en-US" altLang="zh-CN" sz="3600" b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endParaRPr lang="zh-CN" altLang="en-US" sz="3600" b="1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0" indent="0">
              <a:buNone/>
            </a:pPr>
            <a:endParaRPr lang="en-US" altLang="zh-CN" sz="3600" b="1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0" indent="0">
              <a:buNone/>
            </a:pPr>
            <a:r>
              <a:rPr lang="en-US" altLang="zh-CN" sz="3600" b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</a:t>
            </a:r>
            <a:r>
              <a:rPr lang="zh-CN" altLang="en-US" sz="3600" b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）旅程中的张力：敬畏</a:t>
            </a:r>
            <a:r>
              <a:rPr lang="en-US" altLang="zh-CN" sz="3600" b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zh-CN" altLang="en-US" sz="3600" b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神</a:t>
            </a:r>
            <a:endParaRPr lang="zh-CN" altLang="en-US" sz="3600" b="1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0" indent="0">
              <a:buNone/>
            </a:pPr>
            <a:endParaRPr lang="en-US" altLang="zh-CN" sz="3600" b="1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0" indent="0">
              <a:buNone/>
            </a:pPr>
            <a:r>
              <a:rPr lang="en-US" altLang="zh-CN" sz="3600" b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3</a:t>
            </a:r>
            <a:r>
              <a:rPr lang="zh-CN" altLang="en-US" sz="3600" b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）寄居里的争战：</a:t>
            </a:r>
            <a:r>
              <a:rPr lang="zh-CN" altLang="en-US" sz="3600" b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信靠</a:t>
            </a:r>
            <a:r>
              <a:rPr lang="en-US" altLang="zh-CN" sz="3600" b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 </a:t>
            </a:r>
            <a:r>
              <a:rPr lang="zh-CN" altLang="en-US" sz="3600" b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神</a:t>
            </a:r>
            <a:endParaRPr lang="zh-CN" altLang="en-US" sz="3600" b="1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0" indent="0">
              <a:buNone/>
            </a:pPr>
            <a:endParaRPr lang="zh-CN" altLang="en-US" sz="3600" b="1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 b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1</a:t>
            </a:r>
            <a:r>
              <a:rPr lang="zh-CN" altLang="en-US" b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）恩典上的开始：转向神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508760" y="2016760"/>
            <a:ext cx="10380345" cy="3894455"/>
          </a:xfrm>
        </p:spPr>
        <p:txBody>
          <a:bodyPr/>
          <a:p>
            <a:pPr marL="0" indent="0">
              <a:buNone/>
            </a:pPr>
            <a:r>
              <a:rPr lang="zh-CN" altLang="en-US" sz="3600" b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如何面对我们人生中的急难？</a:t>
            </a:r>
            <a:r>
              <a:rPr lang="en-US" altLang="zh-CN" sz="3600" b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--</a:t>
            </a:r>
            <a:r>
              <a:rPr lang="zh-CN" altLang="en-US" sz="3600" b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转向</a:t>
            </a:r>
            <a:r>
              <a:rPr lang="en-US" altLang="zh-CN" sz="3600" b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zh-CN" altLang="en-US" sz="3600" b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神的求告</a:t>
            </a:r>
            <a:endParaRPr lang="zh-CN" altLang="en-US" sz="3600" b="1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0" indent="0">
              <a:buNone/>
            </a:pPr>
            <a:r>
              <a:rPr lang="zh-CN" altLang="en-US" sz="3600" b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盗贼来，无非要偷窃，杀害，毁坏；我来了，是要叫羊得生命，并且得的更丰盛。</a:t>
            </a:r>
            <a:r>
              <a:rPr lang="zh-CN" altLang="en-US" sz="2000" b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约翰福音</a:t>
            </a:r>
            <a:r>
              <a:rPr lang="en-US" altLang="zh-CN" sz="2000" b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‬ ‭10‬:10</a:t>
            </a:r>
            <a:endParaRPr lang="en-US" altLang="zh-CN" sz="2000" b="1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0" indent="0">
              <a:buNone/>
            </a:pPr>
            <a:endParaRPr lang="en-US" altLang="zh-CN" sz="2000" b="1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 b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2</a:t>
            </a:r>
            <a:r>
              <a:rPr lang="zh-CN" altLang="en-US" b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）旅程中的张力：敬畏</a:t>
            </a:r>
            <a:r>
              <a:rPr lang="en-US" altLang="zh-CN" b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 </a:t>
            </a:r>
            <a:r>
              <a:rPr lang="zh-CN" altLang="en-US" b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神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240155" y="1791335"/>
            <a:ext cx="10264140" cy="4119880"/>
          </a:xfrm>
        </p:spPr>
        <p:txBody>
          <a:bodyPr>
            <a:noAutofit/>
          </a:bodyPr>
          <a:p>
            <a:pPr marL="0" indent="0">
              <a:buNone/>
            </a:pPr>
            <a:r>
              <a:rPr lang="zh-CN" altLang="en-US"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为什么我们要求主赐恩给我们有一个悔改的心？因为最终神有审判</a:t>
            </a:r>
            <a:r>
              <a:rPr lang="en-US" altLang="zh-CN"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—</a:t>
            </a:r>
            <a:r>
              <a:rPr lang="zh-CN" altLang="en-US"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我们要交帐！</a:t>
            </a:r>
            <a:endParaRPr lang="zh-CN" altLang="en-US" sz="2400" b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0" indent="0">
              <a:buNone/>
            </a:pPr>
            <a:endParaRPr lang="en-US" altLang="zh-CN" sz="2400" b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0" indent="0">
              <a:buNone/>
            </a:pPr>
            <a:r>
              <a:rPr lang="zh-CN" altLang="en-US"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神的道是活泼的，是有功效的，比一切两刃的剑更快，甚至魂与灵，骨节与骨髓，都能刺入、剖开，连心中的思念和主意都能辨明。</a:t>
            </a:r>
            <a:r>
              <a:rPr lang="en-US" altLang="zh-CN"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zh-CN" altLang="en-US"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并且被造的没有一样在他面前不显然的；原来万物在那与我们有关系的主眼前，都是赤露敞开的。希伯来书</a:t>
            </a:r>
            <a:r>
              <a:rPr lang="en-US" altLang="zh-CN"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‬ ‭4‬:‭12‬-‭13‬ ‭</a:t>
            </a:r>
            <a:endParaRPr lang="en-US" altLang="zh-CN" sz="2400" b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0" indent="0">
              <a:buNone/>
            </a:pPr>
            <a:endParaRPr lang="en-US" altLang="zh-CN" sz="2400" b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0" indent="0">
              <a:buNone/>
            </a:pPr>
            <a:r>
              <a:rPr lang="zh-CN" altLang="en-US"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所以我们既得了不能震动的国，就当感恩，照　神所喜悦的，用虔诚、敬畏的心事奉　神。</a:t>
            </a:r>
            <a:r>
              <a:rPr lang="en-US" altLang="zh-CN"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zh-CN" altLang="en-US"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因为我们的　神乃是烈火。希伯来书</a:t>
            </a:r>
            <a:r>
              <a:rPr lang="en-US" altLang="zh-CN"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‬ ‭12‬:‭28‬-‭29‬ ‭</a:t>
            </a:r>
            <a:endParaRPr lang="en-US" altLang="zh-CN" sz="2400" b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 b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3</a:t>
            </a:r>
            <a:r>
              <a:rPr lang="zh-CN" altLang="en-US" b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）寄居里的争战：投靠</a:t>
            </a:r>
            <a:r>
              <a:rPr lang="en-US" altLang="zh-CN" b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 </a:t>
            </a:r>
            <a:r>
              <a:rPr lang="zh-CN" altLang="en-US" b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神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643380" y="1905635"/>
            <a:ext cx="10548620" cy="4418330"/>
          </a:xfrm>
        </p:spPr>
        <p:txBody>
          <a:bodyPr>
            <a:noAutofit/>
          </a:bodyPr>
          <a:p>
            <a:pPr marL="0" indent="0">
              <a:buNone/>
            </a:pPr>
            <a:r>
              <a:rPr lang="zh-CN" altLang="en-US" sz="2800" b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我们是不是寄居、分别出来归给神的人？我们愿不愿意追求合一？为什么要竭力保守圣灵所赐合而为一的心？</a:t>
            </a:r>
            <a:endParaRPr lang="zh-CN" altLang="en-US" sz="2800" b="1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0" indent="0">
              <a:buNone/>
            </a:pPr>
            <a:endParaRPr lang="en-US" altLang="zh-CN" sz="2800" b="1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0" indent="0">
              <a:buNone/>
            </a:pPr>
            <a:r>
              <a:rPr lang="zh-CN" altLang="en-US" sz="2800" b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使人和睦的人有福了！</a:t>
            </a:r>
            <a:r>
              <a:rPr lang="en-US" altLang="zh-CN" sz="2800" b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zh-CN" altLang="en-US" sz="2800" b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因为他们必称为　神的儿子。</a:t>
            </a:r>
            <a:r>
              <a:rPr lang="zh-CN" altLang="en-US" sz="2400" b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马太福音</a:t>
            </a:r>
            <a:r>
              <a:rPr lang="en-US" altLang="zh-CN" sz="2400" b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‬ ‭5‬:‭9‬ ‭</a:t>
            </a:r>
            <a:endParaRPr lang="en-US" altLang="zh-CN" sz="2400" b="1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0" indent="0">
              <a:buNone/>
            </a:pPr>
            <a:endParaRPr lang="en-US" altLang="zh-CN" sz="2400" b="1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0" indent="0">
              <a:buNone/>
            </a:pPr>
            <a:r>
              <a:rPr lang="zh-CN" altLang="en-US" sz="2800" b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用和平彼此联络，竭力保守圣灵所赐合而为一的心。</a:t>
            </a:r>
            <a:r>
              <a:rPr lang="zh-CN" altLang="en-US" sz="2400" b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以弗所书</a:t>
            </a:r>
            <a:r>
              <a:rPr lang="en-US" altLang="zh-CN" sz="2400" b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‬ ‭4‬:‭3‬ </a:t>
            </a:r>
            <a:endParaRPr lang="en-US" altLang="zh-CN" sz="2400" b="1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0" indent="0">
              <a:buNone/>
            </a:pPr>
            <a:endParaRPr lang="en-US" altLang="zh-CN" sz="2400" b="1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0" indent="0">
              <a:buNone/>
            </a:pPr>
            <a:endParaRPr lang="en-US" altLang="zh-CN" sz="2400" b="1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0" indent="0">
              <a:buNone/>
            </a:pPr>
            <a:endParaRPr lang="en-US" altLang="zh-CN" sz="2400" b="1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80255" y="581025"/>
            <a:ext cx="6924040" cy="1323975"/>
          </a:xfrm>
        </p:spPr>
        <p:txBody>
          <a:bodyPr/>
          <a:p>
            <a:r>
              <a:rPr lang="zh-CN" altLang="en-US" sz="6600" b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结语</a:t>
            </a:r>
            <a:endParaRPr lang="zh-CN" altLang="en-US" sz="6600" b="1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621790" y="1840230"/>
            <a:ext cx="10077450" cy="4070985"/>
          </a:xfrm>
        </p:spPr>
        <p:txBody>
          <a:bodyPr/>
          <a:p>
            <a:pPr marL="0" indent="0">
              <a:buNone/>
            </a:pPr>
            <a:endParaRPr lang="zh-CN" altLang="en-US" sz="4400" b="1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0" indent="0">
              <a:buNone/>
            </a:pPr>
            <a:r>
              <a:rPr lang="zh-CN" altLang="en-US" sz="4400" b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凡属基督耶稣的人，是已经把肉体连肉体的邪情私欲同钉在十字架上了。我们若是靠圣灵得生，就当靠圣灵行事。</a:t>
            </a:r>
            <a:endParaRPr lang="zh-CN" altLang="en-US" sz="4400" b="1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0" indent="0">
              <a:buNone/>
            </a:pPr>
            <a:r>
              <a:rPr lang="zh-CN" altLang="en-US" sz="4400" b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加拉太书</a:t>
            </a:r>
            <a:r>
              <a:rPr lang="en-US" altLang="zh-CN" sz="4400" b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5:24-25</a:t>
            </a:r>
            <a:endParaRPr lang="en-US" altLang="zh-CN" sz="4400" b="1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丝状">
  <a:themeElements>
    <a:clrScheme name="Wisp">
      <a:dk1>
        <a:sysClr val="windowText" lastClr="000000"/>
      </a:dk1>
      <a:lt1>
        <a:sysClr val="window" lastClr="FFFFFF"/>
      </a:lt1>
      <a:dk2>
        <a:srgbClr val="2E5369"/>
      </a:dk2>
      <a:lt2>
        <a:srgbClr val="CFE2E7"/>
      </a:lt2>
      <a:accent1>
        <a:srgbClr val="353535"/>
      </a:accent1>
      <a:accent2>
        <a:srgbClr val="31B4E6"/>
      </a:accent2>
      <a:accent3>
        <a:srgbClr val="265991"/>
      </a:accent3>
      <a:accent4>
        <a:srgbClr val="7E40CC"/>
      </a:accent4>
      <a:accent5>
        <a:srgbClr val="B927E9"/>
      </a:accent5>
      <a:accent6>
        <a:srgbClr val="E833BF"/>
      </a:accent6>
      <a:hlink>
        <a:srgbClr val="2DA0F1"/>
      </a:hlink>
      <a:folHlink>
        <a:srgbClr val="7ED1E6"/>
      </a:folHlink>
    </a:clrScheme>
    <a:fontScheme name="Wisp">
      <a:majorFont>
        <a:latin typeface="Century Gothic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0</TotalTime>
  <Words>887</Words>
  <Application>WPS 演示</Application>
  <PresentationFormat>宽屏</PresentationFormat>
  <Paragraphs>62</Paragraphs>
  <Slides>8</Slides>
  <Notes>0</Notes>
  <HiddenSlides>1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22" baseType="lpstr">
      <vt:lpstr>Arial</vt:lpstr>
      <vt:lpstr>宋体</vt:lpstr>
      <vt:lpstr>Wingdings</vt:lpstr>
      <vt:lpstr>Wingdings 3</vt:lpstr>
      <vt:lpstr>Symbol</vt:lpstr>
      <vt:lpstr>Arial</vt:lpstr>
      <vt:lpstr>Century Gothic</vt:lpstr>
      <vt:lpstr>幼圆</vt:lpstr>
      <vt:lpstr>微软雅黑</vt:lpstr>
      <vt:lpstr>Arial Unicode MS</vt:lpstr>
      <vt:lpstr>Calibri</vt:lpstr>
      <vt:lpstr>Yu Gothic</vt:lpstr>
      <vt:lpstr>方正幼线_GBK</vt:lpstr>
      <vt:lpstr>丝状</vt:lpstr>
      <vt:lpstr>                          和平之子的心志              经文：上行之诗-诗篇120 </vt:lpstr>
      <vt:lpstr> 上行之诗--登阶之诗（15）</vt:lpstr>
      <vt:lpstr> </vt:lpstr>
      <vt:lpstr> </vt:lpstr>
      <vt:lpstr>1）神应允急难中的求告</vt:lpstr>
      <vt:lpstr>2）神拯救不洁中的悔改</vt:lpstr>
      <vt:lpstr>3）神看顾寄居中的见证</vt:lpstr>
      <vt:lpstr>结语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设立庇护城的 神</dc:title>
  <dc:creator>XiaoLu Hou</dc:creator>
  <cp:lastModifiedBy>hxl</cp:lastModifiedBy>
  <cp:revision>51</cp:revision>
  <dcterms:created xsi:type="dcterms:W3CDTF">2022-10-09T01:01:00Z</dcterms:created>
  <dcterms:modified xsi:type="dcterms:W3CDTF">2026-01-20T21:53:57Z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4759347335CF46ECB54D48C4360BF027_13</vt:lpwstr>
  </property>
  <property fmtid="{D5CDD505-2E9C-101B-9397-08002B2CF9AE}" pid="3" name="KSOProductBuildVer">
    <vt:lpwstr>2052-12.1.0.24657</vt:lpwstr>
  </property>
</Properties>
</file>