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23/08/2026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约翰福音 15章7节
7 你们若常在我里面，我的话也常在你们里面；凡你们所愿意的，祈求就给你们成就。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