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19/07/2026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诗篇113：3 从日出之地、到日落之处、耶和华的名是应当赞美的。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