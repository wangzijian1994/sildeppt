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21/06/2026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如经上所记、『 神为爱他的人所预备的、是眼睛未曾看见、耳朵未曾听见、人心也未曾想到的。』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