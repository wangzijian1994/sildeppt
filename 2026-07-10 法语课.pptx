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12/07/2026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以弗所书4：2 凡事谦虚、温柔、忍耐、用爱心互相宽容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