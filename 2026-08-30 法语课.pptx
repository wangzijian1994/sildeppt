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30/08/2026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箴言 16:24
良言如同蜂房 使心觉甘甜 使骨得医治。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