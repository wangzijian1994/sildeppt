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12/04/2026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13h30-14h45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约翰福音1:14 道成了肉身，住在我们中间，充充滿满地有恩典，有真理。我们也见过他的荣光，正是父独生子的荣光。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