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70" r:id="rId4"/>
    <p:sldId id="271" r:id="rId5"/>
    <p:sldId id="269" r:id="rId6"/>
    <p:sldId id="27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64640" y="-1538605"/>
            <a:ext cx="10039985" cy="708025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上行之路（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经文：诗篇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120</a:t>
            </a:r>
            <a:br>
              <a:rPr lang="en-US" altLang="zh-CN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sz="6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640975" y="4488873"/>
            <a:ext cx="7863637" cy="1414789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上行之诗</a:t>
            </a:r>
            <a:r>
              <a:rPr lang="en-US" altLang="zh-CN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--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登阶之诗（</a:t>
            </a:r>
            <a:r>
              <a:rPr lang="en-US" altLang="zh-CN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4800" b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120-122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恩典篇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123-125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信靠篇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126-128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服事篇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129-131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炼净篇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132-134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荣耀篇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7845" y="699135"/>
            <a:ext cx="10156825" cy="651764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我在急难中求告耶和华，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他就应允我。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2-4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耶和华啊，求你救我脱离说谎的嘴唇和诡诈的舌头！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诡诈的舌头啊，要给你什么呢？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要拿什么加给你呢？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就是勇士的利箭和罗腾木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的炭火。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5-7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我寄居在米设，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住在基达帐棚之中，有祸了！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我与那恨恶和睦的人许久同住。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我愿和睦，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但我发言，他们就要争战。</a:t>
            </a:r>
            <a:endParaRPr lang="zh-CN" altLang="en-US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诗篇</a:t>
            </a: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‭120‬:‭1‬-‭7‬ ‭</a:t>
            </a:r>
            <a:endParaRPr lang="en-US" altLang="zh-CN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58060" y="1426845"/>
            <a:ext cx="9246235" cy="4484370"/>
          </a:xfrm>
        </p:spPr>
        <p:txBody>
          <a:bodyPr/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）恩典的开始愿转向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神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）前行的路程中敬畏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神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）寄居的生活去见证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神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80255" y="581025"/>
            <a:ext cx="6924040" cy="1323975"/>
          </a:xfrm>
        </p:spPr>
        <p:txBody>
          <a:bodyPr/>
          <a:p>
            <a:r>
              <a:rPr lang="zh-CN" altLang="en-US" sz="6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结语</a:t>
            </a:r>
            <a:endParaRPr lang="zh-CN" altLang="en-US" sz="6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21790" y="1840230"/>
            <a:ext cx="10077450" cy="4070985"/>
          </a:xfrm>
        </p:spPr>
        <p:txBody>
          <a:bodyPr/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愿赐平安的　神亲自使你们全然成圣！又愿你们的灵与魂与身子得蒙保守，在我们主耶稣基督降临的时候，完全无可指摘！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那召你们的本是信实的，他必成就这事。帖撒罗尼迦前书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‭5‬:‭23‬-‭24‬ ‭</a:t>
            </a:r>
            <a:endParaRPr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427</Words>
  <Application>WPS 演示</Application>
  <PresentationFormat>宽屏</PresentationFormat>
  <Paragraphs>37</Paragraphs>
  <Slides>5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Wingdings 3</vt:lpstr>
      <vt:lpstr>Symbol</vt:lpstr>
      <vt:lpstr>Arial</vt:lpstr>
      <vt:lpstr>Century Gothic</vt:lpstr>
      <vt:lpstr>幼圆</vt:lpstr>
      <vt:lpstr>微软雅黑</vt:lpstr>
      <vt:lpstr>Arial Unicode MS</vt:lpstr>
      <vt:lpstr>Calibri</vt:lpstr>
      <vt:lpstr>丝状</vt:lpstr>
      <vt:lpstr>                          行在恩典路上              经文：上行之诗-诗篇120 </vt:lpstr>
      <vt:lpstr> 上行之诗--登阶之诗（15）</vt:lpstr>
      <vt:lpstr> </vt:lpstr>
      <vt:lpstr> </vt:lpstr>
      <vt:lpstr>结语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设立庇护城的 神</dc:title>
  <dc:creator>XiaoLu Hou</dc:creator>
  <cp:lastModifiedBy>hg</cp:lastModifiedBy>
  <cp:revision>53</cp:revision>
  <dcterms:created xsi:type="dcterms:W3CDTF">2022-10-09T01:01:00Z</dcterms:created>
  <dcterms:modified xsi:type="dcterms:W3CDTF">2026-01-22T18:53:33Z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5B1F0AEBA5D24061A89811207A1DAE36_13</vt:lpwstr>
  </property>
  <property fmtid="{D5CDD505-2E9C-101B-9397-08002B2CF9AE}" pid="3" name="KSOProductBuildVer">
    <vt:lpwstr>2052-12.1.0.24657</vt:lpwstr>
  </property>
</Properties>
</file>