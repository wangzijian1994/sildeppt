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04/09/2026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诗篇103:8
耶和华有怜悯、有恩典、不轻易发怒、且有丰盛的慈爱。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