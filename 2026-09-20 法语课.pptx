
<file path=[Content_Types].xml><?xml version="1.0" encoding="utf-8"?>
<Types xmlns="http://schemas.openxmlformats.org/package/2006/content-types">
  <Default Extension="jpg" ContentType="image/jpeg"/>
  <Default Extension="mp4" ContentType="video/mp4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ommentAuthors.xml" ContentType="application/vnd.openxmlformats-officedocument.presentationml.commentAuthor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960" r:id="rId1"/>
    <p:sldMasterId id="2147483977" r:id="rId2"/>
  </p:sldMasterIdLst>
  <p:notesMasterIdLst>
    <p:notesMasterId r:id="rId30"/>
  </p:notesMasterIdLst>
  <p:sldIdLst>
    <p:sldId id="256" r:id="rId3"/>
    <p:sldId id="257" r:id="rId27"/>
    <p:sldId id="282" r:id="rId5"/>
    <p:sldId id="283" r:id="rId6"/>
    <p:sldId id="284" r:id="rId7"/>
    <p:sldId id="286" r:id="rId8"/>
    <p:sldId id="285" r:id="rId9"/>
    <p:sldId id="287" r:id="rId36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  <p:sldId id="274" r:id="rId19"/>
    <p:sldId id="275" r:id="rId20"/>
    <p:sldId id="276" r:id="rId21"/>
    <p:sldId id="277" r:id="rId22"/>
    <p:sldId id="271" r:id="rId23"/>
    <p:sldId id="272" r:id="rId24"/>
    <p:sldId id="273" r:id="rId25"/>
    <p:sldId id="281" r:id="rId4"/>
    <p:sldId id="280" r:id="rId29"/>
  </p:sldIdLst>
  <p:sldSz cx="12192000" cy="6858000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Eglise Amour du Christ" initials="EA" lastIdx="1" clrIdx="0">
    <p:extLst>
      <p:ext uri="{19B8F6BF-5375-455C-9EA6-DF929625EA0E}">
        <p15:presenceInfo xmlns:p15="http://schemas.microsoft.com/office/powerpoint/2012/main" userId="654ad27f97eb41a9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152" autoAdjust="0"/>
    <p:restoredTop sz="94660"/>
  </p:normalViewPr>
  <p:slideViewPr>
    <p:cSldViewPr snapToGrid="0">
      <p:cViewPr varScale="1">
        <p:scale>
          <a:sx n="62" d="100"/>
          <a:sy n="62" d="100"/>
        </p:scale>
        <p:origin x="824" y="-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Master" Target="slideMasters/slideMaster2.xml"/><Relationship Id="rId3" Type="http://schemas.openxmlformats.org/officeDocument/2006/relationships/slide" Target="slides/slide1.xml"/><Relationship Id="rId4" Type="http://schemas.openxmlformats.org/officeDocument/2006/relationships/slide" Target="slides/slide25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7" Type="http://schemas.openxmlformats.org/officeDocument/2006/relationships/slide" Target="slides/slide2.xml"/><Relationship Id="rId29" Type="http://schemas.openxmlformats.org/officeDocument/2006/relationships/slide" Target="slides/slide26.xml"/><Relationship Id="rId30" Type="http://schemas.openxmlformats.org/officeDocument/2006/relationships/notesMaster" Target="notesMasters/notesMaster1.xml"/><Relationship Id="rId31" Type="http://schemas.openxmlformats.org/officeDocument/2006/relationships/commentAuthors" Target="commentAuthors.xml"/><Relationship Id="rId32" Type="http://schemas.openxmlformats.org/officeDocument/2006/relationships/presProps" Target="presProps.xml"/><Relationship Id="rId33" Type="http://schemas.openxmlformats.org/officeDocument/2006/relationships/viewProps" Target="viewProps.xml"/><Relationship Id="rId34" Type="http://schemas.openxmlformats.org/officeDocument/2006/relationships/theme" Target="theme/theme1.xml"/><Relationship Id="rId35" Type="http://schemas.openxmlformats.org/officeDocument/2006/relationships/tableStyles" Target="tableStyles.xml"/><Relationship Id="rId36" Type="http://schemas.openxmlformats.org/officeDocument/2006/relationships/slide" Target="slides/slide8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216000" y="812520"/>
            <a:ext cx="7127280" cy="4008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r>
              <a:rPr lang="en-US" sz="1800" b="0" strike="noStrike" spc="-1">
                <a:solidFill>
                  <a:schemeClr val="dk1"/>
                </a:solidFill>
                <a:latin typeface="Garamond"/>
              </a:rPr>
              <a:t>Cliquez pour déplacer la diapo</a:t>
            </a:r>
          </a:p>
        </p:txBody>
      </p:sp>
      <p:sp>
        <p:nvSpPr>
          <p:cNvPr id="95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216000" indent="0">
              <a:buNone/>
            </a:pPr>
            <a:r>
              <a:rPr lang="fr-FR" sz="2000" b="0" strike="noStrike" spc="-1">
                <a:solidFill>
                  <a:srgbClr val="000000"/>
                </a:solidFill>
                <a:latin typeface="Arial"/>
              </a:rPr>
              <a:t>Cliquez pour modifier le format des notes</a:t>
            </a:r>
          </a:p>
        </p:txBody>
      </p:sp>
      <p:sp>
        <p:nvSpPr>
          <p:cNvPr id="96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indent="0">
              <a:buNone/>
            </a:pPr>
            <a:r>
              <a:rPr lang="fr-FR" sz="1400" b="0" strike="noStrike" spc="-1">
                <a:solidFill>
                  <a:srgbClr val="000000"/>
                </a:solidFill>
                <a:latin typeface="Times New Roman"/>
              </a:rPr>
              <a:t>&lt;en-tête&gt;</a:t>
            </a:r>
          </a:p>
        </p:txBody>
      </p:sp>
      <p:sp>
        <p:nvSpPr>
          <p:cNvPr id="97" name="PlaceHolder 4"/>
          <p:cNvSpPr>
            <a:spLocks noGrp="1"/>
          </p:cNvSpPr>
          <p:nvPr>
            <p:ph type="dt" idx="7"/>
          </p:nvPr>
        </p:nvSpPr>
        <p:spPr>
          <a:xfrm>
            <a:off x="427896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r">
              <a:buNone/>
              <a:defRPr lang="fr-FR" sz="1400" b="0" strike="noStrike" spc="-1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buNone/>
            </a:pPr>
            <a:r>
              <a:rPr lang="fr-FR" sz="1400" b="0" strike="noStrike" spc="-1">
                <a:solidFill>
                  <a:srgbClr val="000000"/>
                </a:solidFill>
                <a:latin typeface="Times New Roman"/>
              </a:rPr>
              <a:t>&lt;date/heure&gt;</a:t>
            </a:r>
          </a:p>
        </p:txBody>
      </p:sp>
      <p:sp>
        <p:nvSpPr>
          <p:cNvPr id="98" name="PlaceHolder 5"/>
          <p:cNvSpPr>
            <a:spLocks noGrp="1"/>
          </p:cNvSpPr>
          <p:nvPr>
            <p:ph type="ftr" idx="8"/>
          </p:nvPr>
        </p:nvSpPr>
        <p:spPr>
          <a:xfrm>
            <a:off x="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>
              <a:buNone/>
              <a:defRPr lang="fr-FR" sz="1400" b="0" strike="noStrike" spc="-1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lang="fr-FR" sz="1400" b="0" strike="noStrike" spc="-1">
                <a:solidFill>
                  <a:srgbClr val="000000"/>
                </a:solidFill>
                <a:latin typeface="Times New Roman"/>
              </a:rPr>
              <a:t>&lt;pied de page&gt;</a:t>
            </a:r>
          </a:p>
        </p:txBody>
      </p:sp>
      <p:sp>
        <p:nvSpPr>
          <p:cNvPr id="99" name="PlaceHolder 6"/>
          <p:cNvSpPr>
            <a:spLocks noGrp="1"/>
          </p:cNvSpPr>
          <p:nvPr>
            <p:ph type="sldNum" idx="9"/>
          </p:nvPr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r">
              <a:buNone/>
              <a:defRPr lang="fr-FR" sz="1400" b="0" strike="noStrike" spc="-1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buNone/>
            </a:pPr>
            <a:fld id="{B3F02E8A-0B87-4D74-B786-652903AC3865}" type="slidenum">
              <a:rPr lang="fr-FR" sz="1400" b="0" strike="noStrike" spc="-1">
                <a:solidFill>
                  <a:srgbClr val="000000"/>
                </a:solidFill>
                <a:latin typeface="Times New Roman"/>
              </a:rPr>
              <a:t>‹N°›</a:t>
            </a:fld>
            <a:endParaRPr lang="fr-FR" sz="14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0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1" name="Isosceles Triangle 30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fr-FR"/>
              <a:t>Modifiez le style des sous-titres du masque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indent="0" algn="r" defTabSz="457200">
              <a:lnSpc>
                <a:spcPct val="100000"/>
              </a:lnSpc>
              <a:buNone/>
            </a:pPr>
            <a:r>
              <a:rPr lang="fr-FR" sz="1000" b="0" strike="noStrike" spc="-1">
                <a:solidFill>
                  <a:schemeClr val="dk1"/>
                </a:solidFill>
                <a:latin typeface="Garamond"/>
              </a:rPr>
              <a:t>&lt;date/heure&gt;</a:t>
            </a:r>
            <a:endParaRPr lang="fr-FR" sz="10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indent="0" algn="ctr">
              <a:buNone/>
            </a:pPr>
            <a:r>
              <a:rPr lang="fr-FR" sz="1400" b="0" strike="noStrike" spc="-1">
                <a:solidFill>
                  <a:srgbClr val="000000"/>
                </a:solidFill>
                <a:latin typeface="Times New Roman"/>
              </a:rPr>
              <a:t>&lt;pied de page&gt;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indent="0" algn="r" defTabSz="457200">
              <a:lnSpc>
                <a:spcPct val="100000"/>
              </a:lnSpc>
              <a:buNone/>
            </a:pPr>
            <a:fld id="{B9CE5AB6-EEDE-4CF6-865E-71DB4A8F7839}" type="slidenum">
              <a:rPr lang="fr-FR" sz="1000" b="0" strike="noStrike" spc="-1" smtClean="0">
                <a:solidFill>
                  <a:schemeClr val="dk1"/>
                </a:solidFill>
                <a:latin typeface="Garamond"/>
              </a:rPr>
              <a:t>‹N°›</a:t>
            </a:fld>
            <a:endParaRPr lang="fr-FR" sz="10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34109079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indent="0" algn="r" defTabSz="457200">
              <a:lnSpc>
                <a:spcPct val="100000"/>
              </a:lnSpc>
              <a:buNone/>
            </a:pPr>
            <a:r>
              <a:rPr lang="fr-FR" sz="1000" b="0" strike="noStrike" spc="-1">
                <a:solidFill>
                  <a:schemeClr val="dk1"/>
                </a:solidFill>
                <a:latin typeface="Garamond"/>
              </a:rPr>
              <a:t>&lt;date/heure&gt;</a:t>
            </a:r>
            <a:endParaRPr lang="fr-FR" sz="10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indent="0" algn="ctr">
              <a:buNone/>
            </a:pPr>
            <a:r>
              <a:rPr lang="fr-FR" sz="1400" b="0" strike="noStrike" spc="-1">
                <a:solidFill>
                  <a:srgbClr val="000000"/>
                </a:solidFill>
                <a:latin typeface="Times New Roman"/>
              </a:rPr>
              <a:t>&lt;pied de page&gt;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indent="0" algn="r" defTabSz="457200">
              <a:lnSpc>
                <a:spcPct val="100000"/>
              </a:lnSpc>
              <a:buNone/>
            </a:pPr>
            <a:fld id="{FD918DD6-0D59-4DD2-AE2E-E9283A1FD10C}" type="slidenum">
              <a:rPr lang="fr-FR" sz="1000" b="0" strike="noStrike" spc="-1" smtClean="0">
                <a:solidFill>
                  <a:schemeClr val="dk1"/>
                </a:solidFill>
                <a:latin typeface="Garamond"/>
              </a:rPr>
              <a:t>‹N°›</a:t>
            </a:fld>
            <a:endParaRPr lang="fr-FR" sz="10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31450185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indent="0" algn="r" defTabSz="457200">
              <a:lnSpc>
                <a:spcPct val="100000"/>
              </a:lnSpc>
              <a:buNone/>
            </a:pPr>
            <a:r>
              <a:rPr lang="fr-FR" sz="1000" b="0" strike="noStrike" spc="-1">
                <a:solidFill>
                  <a:schemeClr val="dk1"/>
                </a:solidFill>
                <a:latin typeface="Garamond"/>
              </a:rPr>
              <a:t>&lt;date/heure&gt;</a:t>
            </a:r>
            <a:endParaRPr lang="fr-FR" sz="10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indent="0" algn="ctr">
              <a:buNone/>
            </a:pPr>
            <a:r>
              <a:rPr lang="fr-FR" sz="1400" b="0" strike="noStrike" spc="-1">
                <a:solidFill>
                  <a:srgbClr val="000000"/>
                </a:solidFill>
                <a:latin typeface="Times New Roman"/>
              </a:rPr>
              <a:t>&lt;pied de page&gt;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indent="0" algn="r" defTabSz="457200">
              <a:lnSpc>
                <a:spcPct val="100000"/>
              </a:lnSpc>
              <a:buNone/>
            </a:pPr>
            <a:fld id="{B9CE5AB6-EEDE-4CF6-865E-71DB4A8F7839}" type="slidenum">
              <a:rPr lang="fr-FR" sz="1000" b="0" strike="noStrike" spc="-1" smtClean="0">
                <a:solidFill>
                  <a:schemeClr val="dk1"/>
                </a:solidFill>
                <a:latin typeface="Garamond"/>
              </a:rPr>
              <a:t>‹N°›</a:t>
            </a:fld>
            <a:endParaRPr lang="fr-FR" sz="10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315833975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indent="0" algn="r" defTabSz="457200">
              <a:lnSpc>
                <a:spcPct val="100000"/>
              </a:lnSpc>
              <a:buNone/>
            </a:pPr>
            <a:r>
              <a:rPr lang="fr-FR" sz="1000" b="0" strike="noStrike" spc="-1">
                <a:solidFill>
                  <a:schemeClr val="dk1"/>
                </a:solidFill>
                <a:latin typeface="Garamond"/>
              </a:rPr>
              <a:t>&lt;date/heure&gt;</a:t>
            </a:r>
            <a:endParaRPr lang="fr-FR" sz="10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indent="0" algn="ctr">
              <a:buNone/>
            </a:pPr>
            <a:r>
              <a:rPr lang="fr-FR" sz="1400" b="0" strike="noStrike" spc="-1">
                <a:solidFill>
                  <a:srgbClr val="000000"/>
                </a:solidFill>
                <a:latin typeface="Times New Roman"/>
              </a:rPr>
              <a:t>&lt;pied de page&gt;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indent="0" algn="r" defTabSz="457200">
              <a:lnSpc>
                <a:spcPct val="100000"/>
              </a:lnSpc>
              <a:buNone/>
            </a:pPr>
            <a:fld id="{FD918DD6-0D59-4DD2-AE2E-E9283A1FD10C}" type="slidenum">
              <a:rPr lang="fr-FR" sz="1000" b="0" strike="noStrike" spc="-1" smtClean="0">
                <a:solidFill>
                  <a:schemeClr val="dk1"/>
                </a:solidFill>
                <a:latin typeface="Garamond"/>
              </a:rPr>
              <a:t>‹N°›</a:t>
            </a:fld>
            <a:endParaRPr lang="fr-FR" sz="10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128440327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indent="0" algn="r" defTabSz="457200">
              <a:lnSpc>
                <a:spcPct val="100000"/>
              </a:lnSpc>
              <a:buNone/>
            </a:pPr>
            <a:r>
              <a:rPr lang="fr-FR" sz="1000" b="0" strike="noStrike" spc="-1">
                <a:solidFill>
                  <a:schemeClr val="dk1"/>
                </a:solidFill>
                <a:latin typeface="Garamond"/>
              </a:rPr>
              <a:t>&lt;date/heure&gt;</a:t>
            </a:r>
            <a:endParaRPr lang="fr-FR" sz="10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indent="0" algn="ctr">
              <a:buNone/>
            </a:pPr>
            <a:r>
              <a:rPr lang="fr-FR" sz="1400" b="0" strike="noStrike" spc="-1">
                <a:solidFill>
                  <a:srgbClr val="000000"/>
                </a:solidFill>
                <a:latin typeface="Times New Roman"/>
              </a:rPr>
              <a:t>&lt;pied de page&gt;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indent="0" algn="r" defTabSz="457200">
              <a:lnSpc>
                <a:spcPct val="100000"/>
              </a:lnSpc>
              <a:buNone/>
            </a:pPr>
            <a:fld id="{FD918DD6-0D59-4DD2-AE2E-E9283A1FD10C}" type="slidenum">
              <a:rPr lang="fr-FR" sz="1000" b="0" strike="noStrike" spc="-1" smtClean="0">
                <a:solidFill>
                  <a:schemeClr val="dk1"/>
                </a:solidFill>
                <a:latin typeface="Garamond"/>
              </a:rPr>
              <a:t>‹N°›</a:t>
            </a:fld>
            <a:endParaRPr lang="fr-FR" sz="10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319291397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indent="0" algn="r" defTabSz="457200">
              <a:lnSpc>
                <a:spcPct val="100000"/>
              </a:lnSpc>
              <a:buNone/>
            </a:pPr>
            <a:r>
              <a:rPr lang="fr-FR" sz="1000" b="0" strike="noStrike" spc="-1">
                <a:solidFill>
                  <a:schemeClr val="dk1"/>
                </a:solidFill>
                <a:latin typeface="Garamond"/>
              </a:rPr>
              <a:t>&lt;date/heure&gt;</a:t>
            </a:r>
            <a:endParaRPr lang="fr-FR" sz="10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indent="0" algn="ctr">
              <a:buNone/>
            </a:pPr>
            <a:r>
              <a:rPr lang="fr-FR" sz="1400" b="0" strike="noStrike" spc="-1">
                <a:solidFill>
                  <a:srgbClr val="000000"/>
                </a:solidFill>
                <a:latin typeface="Times New Roman"/>
              </a:rPr>
              <a:t>&lt;pied de page&gt;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indent="0" algn="r" defTabSz="457200">
              <a:lnSpc>
                <a:spcPct val="100000"/>
              </a:lnSpc>
              <a:buNone/>
            </a:pPr>
            <a:fld id="{B9CE5AB6-EEDE-4CF6-865E-71DB4A8F7839}" type="slidenum">
              <a:rPr lang="fr-FR" sz="1000" b="0" strike="noStrike" spc="-1" smtClean="0">
                <a:solidFill>
                  <a:schemeClr val="dk1"/>
                </a:solidFill>
                <a:latin typeface="Garamond"/>
              </a:rPr>
              <a:t>‹N°›</a:t>
            </a:fld>
            <a:endParaRPr lang="fr-FR" sz="10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315494795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indent="0" algn="r" defTabSz="457200">
              <a:lnSpc>
                <a:spcPct val="100000"/>
              </a:lnSpc>
              <a:buNone/>
            </a:pPr>
            <a:r>
              <a:rPr lang="fr-FR" sz="1000" b="0" strike="noStrike" spc="-1">
                <a:solidFill>
                  <a:schemeClr val="dk1"/>
                </a:solidFill>
                <a:latin typeface="Garamond"/>
              </a:rPr>
              <a:t>&lt;date/heure&gt;</a:t>
            </a:r>
            <a:endParaRPr lang="fr-FR" sz="10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indent="0" algn="ctr">
              <a:buNone/>
            </a:pPr>
            <a:r>
              <a:rPr lang="fr-FR" sz="1400" b="0" strike="noStrike" spc="-1">
                <a:solidFill>
                  <a:srgbClr val="000000"/>
                </a:solidFill>
                <a:latin typeface="Times New Roman"/>
              </a:rPr>
              <a:t>&lt;pied de page&gt;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indent="0" algn="r" defTabSz="457200">
              <a:lnSpc>
                <a:spcPct val="100000"/>
              </a:lnSpc>
              <a:buNone/>
            </a:pPr>
            <a:fld id="{B9CE5AB6-EEDE-4CF6-865E-71DB4A8F7839}" type="slidenum">
              <a:rPr lang="fr-FR" sz="1000" b="0" strike="noStrike" spc="-1" smtClean="0">
                <a:solidFill>
                  <a:schemeClr val="dk1"/>
                </a:solidFill>
                <a:latin typeface="Garamond"/>
              </a:rPr>
              <a:t>‹N°›</a:t>
            </a:fld>
            <a:endParaRPr lang="fr-FR" sz="10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257417416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indent="0" algn="r" defTabSz="457200">
              <a:lnSpc>
                <a:spcPct val="100000"/>
              </a:lnSpc>
              <a:buNone/>
            </a:pPr>
            <a:r>
              <a:rPr lang="fr-FR" sz="1000" b="0" strike="noStrike" spc="-1">
                <a:solidFill>
                  <a:schemeClr val="dk1"/>
                </a:solidFill>
                <a:latin typeface="Garamond"/>
              </a:rPr>
              <a:t>&lt;date/heure&gt;</a:t>
            </a:r>
            <a:endParaRPr lang="fr-FR" sz="10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indent="0" algn="ctr">
              <a:buNone/>
            </a:pPr>
            <a:r>
              <a:rPr lang="fr-FR" sz="1400" b="0" strike="noStrike" spc="-1">
                <a:solidFill>
                  <a:srgbClr val="000000"/>
                </a:solidFill>
                <a:latin typeface="Times New Roman"/>
              </a:rPr>
              <a:t>&lt;pied de page&gt;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indent="0" algn="r" defTabSz="457200">
              <a:lnSpc>
                <a:spcPct val="100000"/>
              </a:lnSpc>
              <a:buNone/>
            </a:pPr>
            <a:fld id="{FD918DD6-0D59-4DD2-AE2E-E9283A1FD10C}" type="slidenum">
              <a:rPr lang="fr-FR" sz="1000" b="0" strike="noStrike" spc="-1" smtClean="0">
                <a:solidFill>
                  <a:schemeClr val="dk1"/>
                </a:solidFill>
                <a:latin typeface="Garamond"/>
              </a:rPr>
              <a:t>‹N°›</a:t>
            </a:fld>
            <a:endParaRPr lang="fr-FR" sz="10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271177256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fr-FR"/>
              <a:t>Cliquez sur l'icône pour ajouter une image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indent="0" algn="r" defTabSz="457200">
              <a:lnSpc>
                <a:spcPct val="100000"/>
              </a:lnSpc>
              <a:buNone/>
            </a:pPr>
            <a:r>
              <a:rPr lang="fr-FR" sz="1000" b="0" strike="noStrike" spc="-1">
                <a:solidFill>
                  <a:schemeClr val="dk1"/>
                </a:solidFill>
                <a:latin typeface="Garamond"/>
              </a:rPr>
              <a:t>&lt;date/heure&gt;</a:t>
            </a:r>
            <a:endParaRPr lang="fr-FR" sz="10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indent="0" algn="r" defTabSz="457200">
              <a:lnSpc>
                <a:spcPct val="100000"/>
              </a:lnSpc>
              <a:buNone/>
            </a:pPr>
            <a:fld id="{B9CE5AB6-EEDE-4CF6-865E-71DB4A8F7839}" type="slidenum">
              <a:rPr lang="fr-FR" sz="1000" b="0" strike="noStrike" spc="-1" smtClean="0">
                <a:solidFill>
                  <a:schemeClr val="dk1"/>
                </a:solidFill>
                <a:latin typeface="Garamond"/>
              </a:rPr>
              <a:t>‹N°›</a:t>
            </a:fld>
            <a:endParaRPr lang="fr-FR" sz="10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21636206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re et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indent="0" algn="r" defTabSz="457200">
              <a:lnSpc>
                <a:spcPct val="100000"/>
              </a:lnSpc>
              <a:buNone/>
            </a:pPr>
            <a:r>
              <a:rPr lang="fr-FR" sz="1000" b="0" strike="noStrike" spc="-1">
                <a:solidFill>
                  <a:schemeClr val="dk1"/>
                </a:solidFill>
                <a:latin typeface="Garamond"/>
              </a:rPr>
              <a:t>&lt;date/heure&gt;</a:t>
            </a:r>
            <a:endParaRPr lang="fr-FR" sz="10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indent="0" algn="ctr">
              <a:buNone/>
            </a:pPr>
            <a:r>
              <a:rPr lang="fr-FR" sz="1400" b="0" strike="noStrike" spc="-1">
                <a:solidFill>
                  <a:srgbClr val="000000"/>
                </a:solidFill>
                <a:latin typeface="Times New Roman"/>
              </a:rPr>
              <a:t>&lt;pied de page&gt;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indent="0" algn="r" defTabSz="457200">
              <a:lnSpc>
                <a:spcPct val="100000"/>
              </a:lnSpc>
              <a:buNone/>
            </a:pPr>
            <a:fld id="{FD918DD6-0D59-4DD2-AE2E-E9283A1FD10C}" type="slidenum">
              <a:rPr lang="fr-FR" sz="1000" b="0" strike="noStrike" spc="-1" smtClean="0">
                <a:solidFill>
                  <a:schemeClr val="dk1"/>
                </a:solidFill>
                <a:latin typeface="Garamond"/>
              </a:rPr>
              <a:t>‹N°›</a:t>
            </a:fld>
            <a:endParaRPr lang="fr-FR" sz="10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424377513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tion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indent="0" algn="r" defTabSz="457200">
              <a:lnSpc>
                <a:spcPct val="100000"/>
              </a:lnSpc>
              <a:buNone/>
            </a:pPr>
            <a:r>
              <a:rPr lang="fr-FR" sz="1000" b="0" strike="noStrike" spc="-1">
                <a:solidFill>
                  <a:schemeClr val="dk1"/>
                </a:solidFill>
                <a:latin typeface="Garamond"/>
              </a:rPr>
              <a:t>&lt;date/heure&gt;</a:t>
            </a:r>
            <a:endParaRPr lang="fr-FR" sz="10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indent="0" algn="ctr">
              <a:buNone/>
            </a:pPr>
            <a:r>
              <a:rPr lang="fr-FR" sz="1400" b="0" strike="noStrike" spc="-1">
                <a:solidFill>
                  <a:srgbClr val="000000"/>
                </a:solidFill>
                <a:latin typeface="Times New Roman"/>
              </a:rPr>
              <a:t>&lt;pied de page&gt;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indent="0" algn="r" defTabSz="457200">
              <a:lnSpc>
                <a:spcPct val="100000"/>
              </a:lnSpc>
              <a:buNone/>
            </a:pPr>
            <a:fld id="{FD918DD6-0D59-4DD2-AE2E-E9283A1FD10C}" type="slidenum">
              <a:rPr lang="fr-FR" sz="1000" b="0" strike="noStrike" spc="-1" smtClean="0">
                <a:solidFill>
                  <a:schemeClr val="dk1"/>
                </a:solidFill>
                <a:latin typeface="Garamond"/>
              </a:rPr>
              <a:t>‹N°›</a:t>
            </a:fld>
            <a:endParaRPr lang="fr-FR" sz="10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</a:rPr>
              <a:t>”</a:t>
            </a:r>
            <a:endParaRPr lang="en-US" dirty="0">
              <a:solidFill>
                <a:schemeClr val="accent1">
                  <a:lumMod val="60000"/>
                  <a:lumOff val="40000"/>
                </a:schemeClr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53045166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arte n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indent="0" algn="r" defTabSz="457200">
              <a:lnSpc>
                <a:spcPct val="100000"/>
              </a:lnSpc>
              <a:buNone/>
            </a:pPr>
            <a:r>
              <a:rPr lang="fr-FR" sz="1000" b="0" strike="noStrike" spc="-1">
                <a:solidFill>
                  <a:schemeClr val="dk1"/>
                </a:solidFill>
                <a:latin typeface="Garamond"/>
              </a:rPr>
              <a:t>&lt;date/heure&gt;</a:t>
            </a:r>
            <a:endParaRPr lang="fr-FR" sz="10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indent="0" algn="ctr">
              <a:buNone/>
            </a:pPr>
            <a:r>
              <a:rPr lang="fr-FR" sz="1400" b="0" strike="noStrike" spc="-1">
                <a:solidFill>
                  <a:srgbClr val="000000"/>
                </a:solidFill>
                <a:latin typeface="Times New Roman"/>
              </a:rPr>
              <a:t>&lt;pied de page&gt;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indent="0" algn="r" defTabSz="457200">
              <a:lnSpc>
                <a:spcPct val="100000"/>
              </a:lnSpc>
              <a:buNone/>
            </a:pPr>
            <a:fld id="{FD918DD6-0D59-4DD2-AE2E-E9283A1FD10C}" type="slidenum">
              <a:rPr lang="fr-FR" sz="1000" b="0" strike="noStrike" spc="-1" smtClean="0">
                <a:solidFill>
                  <a:schemeClr val="dk1"/>
                </a:solidFill>
                <a:latin typeface="Garamond"/>
              </a:rPr>
              <a:t>‹N°›</a:t>
            </a:fld>
            <a:endParaRPr lang="fr-FR" sz="10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265453756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arte nom cita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indent="0" algn="r" defTabSz="457200">
              <a:lnSpc>
                <a:spcPct val="100000"/>
              </a:lnSpc>
              <a:buNone/>
            </a:pPr>
            <a:r>
              <a:rPr lang="fr-FR" sz="1000" b="0" strike="noStrike" spc="-1">
                <a:solidFill>
                  <a:schemeClr val="dk1"/>
                </a:solidFill>
                <a:latin typeface="Garamond"/>
              </a:rPr>
              <a:t>&lt;date/heure&gt;</a:t>
            </a:r>
            <a:endParaRPr lang="fr-FR" sz="10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indent="0" algn="ctr">
              <a:buNone/>
            </a:pPr>
            <a:r>
              <a:rPr lang="fr-FR" sz="1400" b="0" strike="noStrike" spc="-1">
                <a:solidFill>
                  <a:srgbClr val="000000"/>
                </a:solidFill>
                <a:latin typeface="Times New Roman"/>
              </a:rPr>
              <a:t>&lt;pied de page&gt;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indent="0" algn="r" defTabSz="457200">
              <a:lnSpc>
                <a:spcPct val="100000"/>
              </a:lnSpc>
              <a:buNone/>
            </a:pPr>
            <a:fld id="{FD918DD6-0D59-4DD2-AE2E-E9283A1FD10C}" type="slidenum">
              <a:rPr lang="fr-FR" sz="1000" b="0" strike="noStrike" spc="-1" smtClean="0">
                <a:solidFill>
                  <a:schemeClr val="dk1"/>
                </a:solidFill>
                <a:latin typeface="Garamond"/>
              </a:rPr>
              <a:t>‹N°›</a:t>
            </a:fld>
            <a:endParaRPr lang="fr-FR" sz="10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43250072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Vrai ou faux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indent="0" algn="r" defTabSz="457200">
              <a:lnSpc>
                <a:spcPct val="100000"/>
              </a:lnSpc>
              <a:buNone/>
            </a:pPr>
            <a:r>
              <a:rPr lang="fr-FR" sz="1000" b="0" strike="noStrike" spc="-1">
                <a:solidFill>
                  <a:schemeClr val="dk1"/>
                </a:solidFill>
                <a:latin typeface="Garamond"/>
              </a:rPr>
              <a:t>&lt;date/heure&gt;</a:t>
            </a:r>
            <a:endParaRPr lang="fr-FR" sz="10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indent="0" algn="ctr">
              <a:buNone/>
            </a:pPr>
            <a:r>
              <a:rPr lang="fr-FR" sz="1400" b="0" strike="noStrike" spc="-1">
                <a:solidFill>
                  <a:srgbClr val="000000"/>
                </a:solidFill>
                <a:latin typeface="Times New Roman"/>
              </a:rPr>
              <a:t>&lt;pied de page&gt;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indent="0" algn="r" defTabSz="457200">
              <a:lnSpc>
                <a:spcPct val="100000"/>
              </a:lnSpc>
              <a:buNone/>
            </a:pPr>
            <a:fld id="{FD918DD6-0D59-4DD2-AE2E-E9283A1FD10C}" type="slidenum">
              <a:rPr lang="fr-FR" sz="1000" b="0" strike="noStrike" spc="-1" smtClean="0">
                <a:solidFill>
                  <a:schemeClr val="dk1"/>
                </a:solidFill>
                <a:latin typeface="Garamond"/>
              </a:rPr>
              <a:t>‹N°›</a:t>
            </a:fld>
            <a:endParaRPr lang="fr-FR" sz="10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211387099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indent="0" algn="r" defTabSz="457200">
              <a:lnSpc>
                <a:spcPct val="100000"/>
              </a:lnSpc>
              <a:buNone/>
            </a:pPr>
            <a:r>
              <a:rPr lang="fr-FR" sz="1000" b="0" strike="noStrike" spc="-1">
                <a:solidFill>
                  <a:schemeClr val="dk1"/>
                </a:solidFill>
                <a:latin typeface="Garamond"/>
              </a:rPr>
              <a:t>&lt;date/heure&gt;</a:t>
            </a:r>
            <a:endParaRPr lang="fr-FR" sz="10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indent="0" algn="ctr">
              <a:buNone/>
            </a:pPr>
            <a:r>
              <a:rPr lang="fr-FR" sz="1400" b="0" strike="noStrike" spc="-1">
                <a:solidFill>
                  <a:srgbClr val="000000"/>
                </a:solidFill>
                <a:latin typeface="Times New Roman"/>
              </a:rPr>
              <a:t>&lt;pied de page&gt;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indent="0" algn="r" defTabSz="457200">
              <a:lnSpc>
                <a:spcPct val="100000"/>
              </a:lnSpc>
              <a:buNone/>
            </a:pPr>
            <a:fld id="{FD918DD6-0D59-4DD2-AE2E-E9283A1FD10C}" type="slidenum">
              <a:rPr lang="fr-FR" sz="1000" b="0" strike="noStrike" spc="-1" smtClean="0">
                <a:solidFill>
                  <a:schemeClr val="dk1"/>
                </a:solidFill>
                <a:latin typeface="Garamond"/>
              </a:rPr>
              <a:t>‹N°›</a:t>
            </a:fld>
            <a:endParaRPr lang="fr-FR" sz="10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428921004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indent="0" algn="r" defTabSz="457200">
              <a:lnSpc>
                <a:spcPct val="100000"/>
              </a:lnSpc>
              <a:buNone/>
            </a:pPr>
            <a:r>
              <a:rPr lang="fr-FR" sz="1000" b="0" strike="noStrike" spc="-1">
                <a:solidFill>
                  <a:schemeClr val="dk1"/>
                </a:solidFill>
                <a:latin typeface="Garamond"/>
              </a:rPr>
              <a:t>&lt;date/heure&gt;</a:t>
            </a:r>
            <a:endParaRPr lang="fr-FR" sz="10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indent="0" algn="ctr">
              <a:buNone/>
            </a:pPr>
            <a:r>
              <a:rPr lang="fr-FR" sz="1400" b="0" strike="noStrike" spc="-1">
                <a:solidFill>
                  <a:srgbClr val="000000"/>
                </a:solidFill>
                <a:latin typeface="Times New Roman"/>
              </a:rPr>
              <a:t>&lt;pied de page&gt;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indent="0" algn="r" defTabSz="457200">
              <a:lnSpc>
                <a:spcPct val="100000"/>
              </a:lnSpc>
              <a:buNone/>
            </a:pPr>
            <a:fld id="{FD918DD6-0D59-4DD2-AE2E-E9283A1FD10C}" type="slidenum">
              <a:rPr lang="fr-FR" sz="1000" b="0" strike="noStrike" spc="-1" smtClean="0">
                <a:solidFill>
                  <a:schemeClr val="dk1"/>
                </a:solidFill>
                <a:latin typeface="Garamond"/>
              </a:rPr>
              <a:t>‹N°›</a:t>
            </a:fld>
            <a:endParaRPr lang="fr-FR" sz="10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1190272696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0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1" name="Isosceles Triangle 30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fr-FR"/>
              <a:t>Modifiez le style des sous-titres du masque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indent="0" algn="r" defTabSz="457200">
              <a:lnSpc>
                <a:spcPct val="100000"/>
              </a:lnSpc>
              <a:buNone/>
            </a:pPr>
            <a:r>
              <a:rPr lang="fr-FR" sz="1000" b="0" strike="noStrike" spc="-1">
                <a:solidFill>
                  <a:schemeClr val="dk1"/>
                </a:solidFill>
                <a:latin typeface="Garamond"/>
              </a:rPr>
              <a:t>&lt;date/heure&gt;</a:t>
            </a:r>
            <a:endParaRPr lang="fr-FR" sz="10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indent="0" algn="ctr">
              <a:buNone/>
            </a:pPr>
            <a:r>
              <a:rPr lang="fr-FR" sz="1400" b="0" strike="noStrike" spc="-1">
                <a:solidFill>
                  <a:srgbClr val="000000"/>
                </a:solidFill>
                <a:latin typeface="Times New Roman"/>
              </a:rPr>
              <a:t>&lt;pied de page&gt;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indent="0" algn="r" defTabSz="457200">
              <a:lnSpc>
                <a:spcPct val="100000"/>
              </a:lnSpc>
              <a:buNone/>
            </a:pPr>
            <a:fld id="{FD918DD6-0D59-4DD2-AE2E-E9283A1FD10C}" type="slidenum">
              <a:rPr lang="fr-FR" sz="1000" b="0" strike="noStrike" spc="-1" smtClean="0">
                <a:solidFill>
                  <a:schemeClr val="dk1"/>
                </a:solidFill>
                <a:latin typeface="Garamond"/>
              </a:rPr>
              <a:t>‹N°›</a:t>
            </a:fld>
            <a:endParaRPr lang="fr-FR" sz="10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2878443465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indent="0" algn="r" defTabSz="457200">
              <a:lnSpc>
                <a:spcPct val="100000"/>
              </a:lnSpc>
              <a:buNone/>
            </a:pPr>
            <a:r>
              <a:rPr lang="fr-FR" sz="1000" b="0" strike="noStrike" spc="-1">
                <a:solidFill>
                  <a:schemeClr val="dk1"/>
                </a:solidFill>
                <a:latin typeface="Garamond"/>
              </a:rPr>
              <a:t>&lt;date/heure&gt;</a:t>
            </a:r>
            <a:endParaRPr lang="fr-FR" sz="10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indent="0" algn="ctr">
              <a:buNone/>
            </a:pPr>
            <a:r>
              <a:rPr lang="fr-FR" sz="1400" b="0" strike="noStrike" spc="-1">
                <a:solidFill>
                  <a:srgbClr val="000000"/>
                </a:solidFill>
                <a:latin typeface="Times New Roman"/>
              </a:rPr>
              <a:t>&lt;pied de page&gt;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indent="0" algn="r" defTabSz="457200">
              <a:lnSpc>
                <a:spcPct val="100000"/>
              </a:lnSpc>
              <a:buNone/>
            </a:pPr>
            <a:fld id="{FD918DD6-0D59-4DD2-AE2E-E9283A1FD10C}" type="slidenum">
              <a:rPr lang="fr-FR" sz="1000" b="0" strike="noStrike" spc="-1" smtClean="0">
                <a:solidFill>
                  <a:schemeClr val="dk1"/>
                </a:solidFill>
                <a:latin typeface="Garamond"/>
              </a:rPr>
              <a:t>‹N°›</a:t>
            </a:fld>
            <a:endParaRPr lang="fr-FR" sz="10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4104271697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indent="0" algn="r" defTabSz="457200">
              <a:lnSpc>
                <a:spcPct val="100000"/>
              </a:lnSpc>
              <a:buNone/>
            </a:pPr>
            <a:r>
              <a:rPr lang="fr-FR" sz="1000" b="0" strike="noStrike" spc="-1">
                <a:solidFill>
                  <a:schemeClr val="dk1"/>
                </a:solidFill>
                <a:latin typeface="Garamond"/>
              </a:rPr>
              <a:t>&lt;date/heure&gt;</a:t>
            </a:r>
            <a:endParaRPr lang="fr-FR" sz="10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indent="0" algn="ctr">
              <a:buNone/>
            </a:pPr>
            <a:r>
              <a:rPr lang="fr-FR" sz="1400" b="0" strike="noStrike" spc="-1">
                <a:solidFill>
                  <a:srgbClr val="000000"/>
                </a:solidFill>
                <a:latin typeface="Times New Roman"/>
              </a:rPr>
              <a:t>&lt;pied de page&gt;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indent="0" algn="r" defTabSz="457200">
              <a:lnSpc>
                <a:spcPct val="100000"/>
              </a:lnSpc>
              <a:buNone/>
            </a:pPr>
            <a:fld id="{FD918DD6-0D59-4DD2-AE2E-E9283A1FD10C}" type="slidenum">
              <a:rPr lang="fr-FR" sz="1000" b="0" strike="noStrike" spc="-1" smtClean="0">
                <a:solidFill>
                  <a:schemeClr val="dk1"/>
                </a:solidFill>
                <a:latin typeface="Garamond"/>
              </a:rPr>
              <a:t>‹N°›</a:t>
            </a:fld>
            <a:endParaRPr lang="fr-FR" sz="10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2359009116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indent="0" algn="r" defTabSz="457200">
              <a:lnSpc>
                <a:spcPct val="100000"/>
              </a:lnSpc>
              <a:buNone/>
            </a:pPr>
            <a:r>
              <a:rPr lang="fr-FR" sz="1000" b="0" strike="noStrike" spc="-1">
                <a:solidFill>
                  <a:schemeClr val="dk1"/>
                </a:solidFill>
                <a:latin typeface="Garamond"/>
              </a:rPr>
              <a:t>&lt;date/heure&gt;</a:t>
            </a:r>
            <a:endParaRPr lang="fr-FR" sz="10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indent="0" algn="ctr">
              <a:buNone/>
            </a:pPr>
            <a:r>
              <a:rPr lang="fr-FR" sz="1400" b="0" strike="noStrike" spc="-1">
                <a:solidFill>
                  <a:srgbClr val="000000"/>
                </a:solidFill>
                <a:latin typeface="Times New Roman"/>
              </a:rPr>
              <a:t>&lt;pied de page&gt;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indent="0" algn="r" defTabSz="457200">
              <a:lnSpc>
                <a:spcPct val="100000"/>
              </a:lnSpc>
              <a:buNone/>
            </a:pPr>
            <a:fld id="{FD918DD6-0D59-4DD2-AE2E-E9283A1FD10C}" type="slidenum">
              <a:rPr lang="fr-FR" sz="1000" b="0" strike="noStrike" spc="-1" smtClean="0">
                <a:solidFill>
                  <a:schemeClr val="dk1"/>
                </a:solidFill>
                <a:latin typeface="Garamond"/>
              </a:rPr>
              <a:t>‹N°›</a:t>
            </a:fld>
            <a:endParaRPr lang="fr-FR" sz="10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548484633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indent="0" algn="r" defTabSz="457200">
              <a:lnSpc>
                <a:spcPct val="100000"/>
              </a:lnSpc>
              <a:buNone/>
            </a:pPr>
            <a:r>
              <a:rPr lang="fr-FR" sz="1000" b="0" strike="noStrike" spc="-1">
                <a:solidFill>
                  <a:schemeClr val="dk1"/>
                </a:solidFill>
                <a:latin typeface="Garamond"/>
              </a:rPr>
              <a:t>&lt;date/heure&gt;</a:t>
            </a:r>
            <a:endParaRPr lang="fr-FR" sz="10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indent="0" algn="ctr">
              <a:buNone/>
            </a:pPr>
            <a:r>
              <a:rPr lang="fr-FR" sz="1400" b="0" strike="noStrike" spc="-1">
                <a:solidFill>
                  <a:srgbClr val="000000"/>
                </a:solidFill>
                <a:latin typeface="Times New Roman"/>
              </a:rPr>
              <a:t>&lt;pied de page&gt;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indent="0" algn="r" defTabSz="457200">
              <a:lnSpc>
                <a:spcPct val="100000"/>
              </a:lnSpc>
              <a:buNone/>
            </a:pPr>
            <a:fld id="{FD918DD6-0D59-4DD2-AE2E-E9283A1FD10C}" type="slidenum">
              <a:rPr lang="fr-FR" sz="1000" b="0" strike="noStrike" spc="-1" smtClean="0">
                <a:solidFill>
                  <a:schemeClr val="dk1"/>
                </a:solidFill>
                <a:latin typeface="Garamond"/>
              </a:rPr>
              <a:t>‹N°›</a:t>
            </a:fld>
            <a:endParaRPr lang="fr-FR" sz="10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477497539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indent="0" algn="r" defTabSz="457200">
              <a:lnSpc>
                <a:spcPct val="100000"/>
              </a:lnSpc>
              <a:buNone/>
            </a:pPr>
            <a:r>
              <a:rPr lang="fr-FR" sz="1000" b="0" strike="noStrike" spc="-1">
                <a:solidFill>
                  <a:schemeClr val="dk1"/>
                </a:solidFill>
                <a:latin typeface="Garamond"/>
              </a:rPr>
              <a:t>&lt;date/heure&gt;</a:t>
            </a:r>
            <a:endParaRPr lang="fr-FR" sz="10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indent="0" algn="ctr">
              <a:buNone/>
            </a:pPr>
            <a:r>
              <a:rPr lang="fr-FR" sz="1400" b="0" strike="noStrike" spc="-1">
                <a:solidFill>
                  <a:srgbClr val="000000"/>
                </a:solidFill>
                <a:latin typeface="Times New Roman"/>
              </a:rPr>
              <a:t>&lt;pied de page&gt;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indent="0" algn="r" defTabSz="457200">
              <a:lnSpc>
                <a:spcPct val="100000"/>
              </a:lnSpc>
              <a:buNone/>
            </a:pPr>
            <a:fld id="{FD918DD6-0D59-4DD2-AE2E-E9283A1FD10C}" type="slidenum">
              <a:rPr lang="fr-FR" sz="1000" b="0" strike="noStrike" spc="-1" smtClean="0">
                <a:solidFill>
                  <a:schemeClr val="dk1"/>
                </a:solidFill>
                <a:latin typeface="Garamond"/>
              </a:rPr>
              <a:t>‹N°›</a:t>
            </a:fld>
            <a:endParaRPr lang="fr-FR" sz="10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2597773454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indent="0" algn="r" defTabSz="457200">
              <a:lnSpc>
                <a:spcPct val="100000"/>
              </a:lnSpc>
              <a:buNone/>
            </a:pPr>
            <a:r>
              <a:rPr lang="fr-FR" sz="1000" b="0" strike="noStrike" spc="-1">
                <a:solidFill>
                  <a:schemeClr val="dk1"/>
                </a:solidFill>
                <a:latin typeface="Garamond"/>
              </a:rPr>
              <a:t>&lt;date/heure&gt;</a:t>
            </a:r>
            <a:endParaRPr lang="fr-FR" sz="10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indent="0" algn="ctr">
              <a:buNone/>
            </a:pPr>
            <a:r>
              <a:rPr lang="fr-FR" sz="1400" b="0" strike="noStrike" spc="-1">
                <a:solidFill>
                  <a:srgbClr val="000000"/>
                </a:solidFill>
                <a:latin typeface="Times New Roman"/>
              </a:rPr>
              <a:t>&lt;pied de page&gt;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indent="0" algn="r" defTabSz="457200">
              <a:lnSpc>
                <a:spcPct val="100000"/>
              </a:lnSpc>
              <a:buNone/>
            </a:pPr>
            <a:fld id="{FD918DD6-0D59-4DD2-AE2E-E9283A1FD10C}" type="slidenum">
              <a:rPr lang="fr-FR" sz="1000" b="0" strike="noStrike" spc="-1" smtClean="0">
                <a:solidFill>
                  <a:schemeClr val="dk1"/>
                </a:solidFill>
                <a:latin typeface="Garamond"/>
              </a:rPr>
              <a:t>‹N°›</a:t>
            </a:fld>
            <a:endParaRPr lang="fr-FR" sz="10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1009178312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indent="0" algn="r" defTabSz="457200">
              <a:lnSpc>
                <a:spcPct val="100000"/>
              </a:lnSpc>
              <a:buNone/>
            </a:pPr>
            <a:r>
              <a:rPr lang="fr-FR" sz="1000" b="0" strike="noStrike" spc="-1">
                <a:solidFill>
                  <a:schemeClr val="dk1"/>
                </a:solidFill>
                <a:latin typeface="Garamond"/>
              </a:rPr>
              <a:t>&lt;date/heure&gt;</a:t>
            </a:r>
            <a:endParaRPr lang="fr-FR" sz="10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indent="0" algn="ctr">
              <a:buNone/>
            </a:pPr>
            <a:r>
              <a:rPr lang="fr-FR" sz="1400" b="0" strike="noStrike" spc="-1">
                <a:solidFill>
                  <a:srgbClr val="000000"/>
                </a:solidFill>
                <a:latin typeface="Times New Roman"/>
              </a:rPr>
              <a:t>&lt;pied de page&gt;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indent="0" algn="r" defTabSz="457200">
              <a:lnSpc>
                <a:spcPct val="100000"/>
              </a:lnSpc>
              <a:buNone/>
            </a:pPr>
            <a:fld id="{FD918DD6-0D59-4DD2-AE2E-E9283A1FD10C}" type="slidenum">
              <a:rPr lang="fr-FR" sz="1000" b="0" strike="noStrike" spc="-1" smtClean="0">
                <a:solidFill>
                  <a:schemeClr val="dk1"/>
                </a:solidFill>
                <a:latin typeface="Garamond"/>
              </a:rPr>
              <a:t>‹N°›</a:t>
            </a:fld>
            <a:endParaRPr lang="fr-FR" sz="10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2311622689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fr-FR"/>
              <a:t>Cliquez sur l'icône pour ajouter une image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indent="0" algn="r" defTabSz="457200">
              <a:lnSpc>
                <a:spcPct val="100000"/>
              </a:lnSpc>
              <a:buNone/>
            </a:pPr>
            <a:r>
              <a:rPr lang="fr-FR" sz="1000" b="0" strike="noStrike" spc="-1">
                <a:solidFill>
                  <a:schemeClr val="dk1"/>
                </a:solidFill>
                <a:latin typeface="Garamond"/>
              </a:rPr>
              <a:t>&lt;date/heure&gt;</a:t>
            </a:r>
            <a:endParaRPr lang="fr-FR" sz="10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indent="0" algn="ctr">
              <a:buNone/>
            </a:pPr>
            <a:r>
              <a:rPr lang="fr-FR" sz="1400" b="0" strike="noStrike" spc="-1">
                <a:solidFill>
                  <a:srgbClr val="000000"/>
                </a:solidFill>
                <a:latin typeface="Times New Roman"/>
              </a:rPr>
              <a:t>&lt;pied de page&gt;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indent="0" algn="r" defTabSz="457200">
              <a:lnSpc>
                <a:spcPct val="100000"/>
              </a:lnSpc>
              <a:buNone/>
            </a:pPr>
            <a:fld id="{FD918DD6-0D59-4DD2-AE2E-E9283A1FD10C}" type="slidenum">
              <a:rPr lang="fr-FR" sz="1000" b="0" strike="noStrike" spc="-1" smtClean="0">
                <a:solidFill>
                  <a:schemeClr val="dk1"/>
                </a:solidFill>
                <a:latin typeface="Garamond"/>
              </a:rPr>
              <a:t>‹N°›</a:t>
            </a:fld>
            <a:endParaRPr lang="fr-FR" sz="10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4234765597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re et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indent="0" algn="r" defTabSz="457200">
              <a:lnSpc>
                <a:spcPct val="100000"/>
              </a:lnSpc>
              <a:buNone/>
            </a:pPr>
            <a:r>
              <a:rPr lang="fr-FR" sz="1000" b="0" strike="noStrike" spc="-1">
                <a:solidFill>
                  <a:schemeClr val="dk1"/>
                </a:solidFill>
                <a:latin typeface="Garamond"/>
              </a:rPr>
              <a:t>&lt;date/heure&gt;</a:t>
            </a:r>
            <a:endParaRPr lang="fr-FR" sz="10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indent="0" algn="ctr">
              <a:buNone/>
            </a:pPr>
            <a:r>
              <a:rPr lang="fr-FR" sz="1400" b="0" strike="noStrike" spc="-1">
                <a:solidFill>
                  <a:srgbClr val="000000"/>
                </a:solidFill>
                <a:latin typeface="Times New Roman"/>
              </a:rPr>
              <a:t>&lt;pied de page&gt;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indent="0" algn="r" defTabSz="457200">
              <a:lnSpc>
                <a:spcPct val="100000"/>
              </a:lnSpc>
              <a:buNone/>
            </a:pPr>
            <a:fld id="{FD918DD6-0D59-4DD2-AE2E-E9283A1FD10C}" type="slidenum">
              <a:rPr lang="fr-FR" sz="1000" b="0" strike="noStrike" spc="-1" smtClean="0">
                <a:solidFill>
                  <a:schemeClr val="dk1"/>
                </a:solidFill>
                <a:latin typeface="Garamond"/>
              </a:rPr>
              <a:t>‹N°›</a:t>
            </a:fld>
            <a:endParaRPr lang="fr-FR" sz="10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2140172254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tion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indent="0" algn="r" defTabSz="457200">
              <a:lnSpc>
                <a:spcPct val="100000"/>
              </a:lnSpc>
              <a:buNone/>
            </a:pPr>
            <a:r>
              <a:rPr lang="fr-FR" sz="1000" b="0" strike="noStrike" spc="-1">
                <a:solidFill>
                  <a:schemeClr val="dk1"/>
                </a:solidFill>
                <a:latin typeface="Garamond"/>
              </a:rPr>
              <a:t>&lt;date/heure&gt;</a:t>
            </a:r>
            <a:endParaRPr lang="fr-FR" sz="10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indent="0" algn="ctr">
              <a:buNone/>
            </a:pPr>
            <a:r>
              <a:rPr lang="fr-FR" sz="1400" b="0" strike="noStrike" spc="-1">
                <a:solidFill>
                  <a:srgbClr val="000000"/>
                </a:solidFill>
                <a:latin typeface="Times New Roman"/>
              </a:rPr>
              <a:t>&lt;pied de page&gt;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indent="0" algn="r" defTabSz="457200">
              <a:lnSpc>
                <a:spcPct val="100000"/>
              </a:lnSpc>
              <a:buNone/>
            </a:pPr>
            <a:fld id="{FD918DD6-0D59-4DD2-AE2E-E9283A1FD10C}" type="slidenum">
              <a:rPr lang="fr-FR" sz="1000" b="0" strike="noStrike" spc="-1" smtClean="0">
                <a:solidFill>
                  <a:schemeClr val="dk1"/>
                </a:solidFill>
                <a:latin typeface="Garamond"/>
              </a:rPr>
              <a:t>‹N°›</a:t>
            </a:fld>
            <a:endParaRPr lang="fr-FR" sz="10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</a:rPr>
              <a:t>”</a:t>
            </a:r>
            <a:endParaRPr lang="en-US" dirty="0">
              <a:solidFill>
                <a:schemeClr val="accent1">
                  <a:lumMod val="60000"/>
                  <a:lumOff val="40000"/>
                </a:schemeClr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768628441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arte n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indent="0" algn="r" defTabSz="457200">
              <a:lnSpc>
                <a:spcPct val="100000"/>
              </a:lnSpc>
              <a:buNone/>
            </a:pPr>
            <a:r>
              <a:rPr lang="fr-FR" sz="1000" b="0" strike="noStrike" spc="-1">
                <a:solidFill>
                  <a:schemeClr val="dk1"/>
                </a:solidFill>
                <a:latin typeface="Garamond"/>
              </a:rPr>
              <a:t>&lt;date/heure&gt;</a:t>
            </a:r>
            <a:endParaRPr lang="fr-FR" sz="10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indent="0" algn="ctr">
              <a:buNone/>
            </a:pPr>
            <a:r>
              <a:rPr lang="fr-FR" sz="1400" b="0" strike="noStrike" spc="-1">
                <a:solidFill>
                  <a:srgbClr val="000000"/>
                </a:solidFill>
                <a:latin typeface="Times New Roman"/>
              </a:rPr>
              <a:t>&lt;pied de page&gt;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indent="0" algn="r" defTabSz="457200">
              <a:lnSpc>
                <a:spcPct val="100000"/>
              </a:lnSpc>
              <a:buNone/>
            </a:pPr>
            <a:fld id="{FD918DD6-0D59-4DD2-AE2E-E9283A1FD10C}" type="slidenum">
              <a:rPr lang="fr-FR" sz="1000" b="0" strike="noStrike" spc="-1" smtClean="0">
                <a:solidFill>
                  <a:schemeClr val="dk1"/>
                </a:solidFill>
                <a:latin typeface="Garamond"/>
              </a:rPr>
              <a:t>‹N°›</a:t>
            </a:fld>
            <a:endParaRPr lang="fr-FR" sz="10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3701349644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arte nom cita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indent="0" algn="r" defTabSz="457200">
              <a:lnSpc>
                <a:spcPct val="100000"/>
              </a:lnSpc>
              <a:buNone/>
            </a:pPr>
            <a:r>
              <a:rPr lang="fr-FR" sz="1000" b="0" strike="noStrike" spc="-1">
                <a:solidFill>
                  <a:schemeClr val="dk1"/>
                </a:solidFill>
                <a:latin typeface="Garamond"/>
              </a:rPr>
              <a:t>&lt;date/heure&gt;</a:t>
            </a:r>
            <a:endParaRPr lang="fr-FR" sz="10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indent="0" algn="ctr">
              <a:buNone/>
            </a:pPr>
            <a:r>
              <a:rPr lang="fr-FR" sz="1400" b="0" strike="noStrike" spc="-1">
                <a:solidFill>
                  <a:srgbClr val="000000"/>
                </a:solidFill>
                <a:latin typeface="Times New Roman"/>
              </a:rPr>
              <a:t>&lt;pied de page&gt;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indent="0" algn="r" defTabSz="457200">
              <a:lnSpc>
                <a:spcPct val="100000"/>
              </a:lnSpc>
              <a:buNone/>
            </a:pPr>
            <a:fld id="{FD918DD6-0D59-4DD2-AE2E-E9283A1FD10C}" type="slidenum">
              <a:rPr lang="fr-FR" sz="1000" b="0" strike="noStrike" spc="-1" smtClean="0">
                <a:solidFill>
                  <a:schemeClr val="dk1"/>
                </a:solidFill>
                <a:latin typeface="Garamond"/>
              </a:rPr>
              <a:t>‹N°›</a:t>
            </a:fld>
            <a:endParaRPr lang="fr-FR" sz="10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157399102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Vrai ou faux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indent="0" algn="r" defTabSz="457200">
              <a:lnSpc>
                <a:spcPct val="100000"/>
              </a:lnSpc>
              <a:buNone/>
            </a:pPr>
            <a:r>
              <a:rPr lang="fr-FR" sz="1000" b="0" strike="noStrike" spc="-1">
                <a:solidFill>
                  <a:schemeClr val="dk1"/>
                </a:solidFill>
                <a:latin typeface="Garamond"/>
              </a:rPr>
              <a:t>&lt;date/heure&gt;</a:t>
            </a:r>
            <a:endParaRPr lang="fr-FR" sz="10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indent="0" algn="ctr">
              <a:buNone/>
            </a:pPr>
            <a:r>
              <a:rPr lang="fr-FR" sz="1400" b="0" strike="noStrike" spc="-1">
                <a:solidFill>
                  <a:srgbClr val="000000"/>
                </a:solidFill>
                <a:latin typeface="Times New Roman"/>
              </a:rPr>
              <a:t>&lt;pied de page&gt;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indent="0" algn="r" defTabSz="457200">
              <a:lnSpc>
                <a:spcPct val="100000"/>
              </a:lnSpc>
              <a:buNone/>
            </a:pPr>
            <a:fld id="{FD918DD6-0D59-4DD2-AE2E-E9283A1FD10C}" type="slidenum">
              <a:rPr lang="fr-FR" sz="1000" b="0" strike="noStrike" spc="-1" smtClean="0">
                <a:solidFill>
                  <a:schemeClr val="dk1"/>
                </a:solidFill>
                <a:latin typeface="Garamond"/>
              </a:rPr>
              <a:t>‹N°›</a:t>
            </a:fld>
            <a:endParaRPr lang="fr-FR" sz="10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3099000890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indent="0" algn="r" defTabSz="457200">
              <a:lnSpc>
                <a:spcPct val="100000"/>
              </a:lnSpc>
              <a:buNone/>
            </a:pPr>
            <a:r>
              <a:rPr lang="fr-FR" sz="1000" b="0" strike="noStrike" spc="-1">
                <a:solidFill>
                  <a:schemeClr val="dk1"/>
                </a:solidFill>
                <a:latin typeface="Garamond"/>
              </a:rPr>
              <a:t>&lt;date/heure&gt;</a:t>
            </a:r>
            <a:endParaRPr lang="fr-FR" sz="10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indent="0" algn="ctr">
              <a:buNone/>
            </a:pPr>
            <a:r>
              <a:rPr lang="fr-FR" sz="1400" b="0" strike="noStrike" spc="-1">
                <a:solidFill>
                  <a:srgbClr val="000000"/>
                </a:solidFill>
                <a:latin typeface="Times New Roman"/>
              </a:rPr>
              <a:t>&lt;pied de page&gt;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indent="0" algn="r" defTabSz="457200">
              <a:lnSpc>
                <a:spcPct val="100000"/>
              </a:lnSpc>
              <a:buNone/>
            </a:pPr>
            <a:fld id="{FD918DD6-0D59-4DD2-AE2E-E9283A1FD10C}" type="slidenum">
              <a:rPr lang="fr-FR" sz="1000" b="0" strike="noStrike" spc="-1" smtClean="0">
                <a:solidFill>
                  <a:schemeClr val="dk1"/>
                </a:solidFill>
                <a:latin typeface="Garamond"/>
              </a:rPr>
              <a:t>‹N°›</a:t>
            </a:fld>
            <a:endParaRPr lang="fr-FR" sz="10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2030413855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indent="0" algn="r" defTabSz="457200">
              <a:lnSpc>
                <a:spcPct val="100000"/>
              </a:lnSpc>
              <a:buNone/>
            </a:pPr>
            <a:r>
              <a:rPr lang="fr-FR" sz="1000" b="0" strike="noStrike" spc="-1">
                <a:solidFill>
                  <a:schemeClr val="dk1"/>
                </a:solidFill>
                <a:latin typeface="Garamond"/>
              </a:rPr>
              <a:t>&lt;date/heure&gt;</a:t>
            </a:r>
            <a:endParaRPr lang="fr-FR" sz="10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indent="0" algn="ctr">
              <a:buNone/>
            </a:pPr>
            <a:r>
              <a:rPr lang="fr-FR" sz="1400" b="0" strike="noStrike" spc="-1">
                <a:solidFill>
                  <a:srgbClr val="000000"/>
                </a:solidFill>
                <a:latin typeface="Times New Roman"/>
              </a:rPr>
              <a:t>&lt;pied de page&gt;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indent="0" algn="r" defTabSz="457200">
              <a:lnSpc>
                <a:spcPct val="100000"/>
              </a:lnSpc>
              <a:buNone/>
            </a:pPr>
            <a:fld id="{FD918DD6-0D59-4DD2-AE2E-E9283A1FD10C}" type="slidenum">
              <a:rPr lang="fr-FR" sz="1000" b="0" strike="noStrike" spc="-1" smtClean="0">
                <a:solidFill>
                  <a:schemeClr val="dk1"/>
                </a:solidFill>
                <a:latin typeface="Garamond"/>
              </a:rPr>
              <a:t>‹N°›</a:t>
            </a:fld>
            <a:endParaRPr lang="fr-FR" sz="10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3458590947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theme" Target="../theme/theme1.xml"/></Relationships>
</file>

<file path=ppt/slideMasters/_rels/slideMaster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slideLayout" Target="../slideLayouts/slideLayout18.xml"/><Relationship Id="rId3" Type="http://schemas.openxmlformats.org/officeDocument/2006/relationships/slideLayout" Target="../slideLayouts/slideLayout19.xml"/><Relationship Id="rId4" Type="http://schemas.openxmlformats.org/officeDocument/2006/relationships/slideLayout" Target="../slideLayouts/slideLayout20.xml"/><Relationship Id="rId5" Type="http://schemas.openxmlformats.org/officeDocument/2006/relationships/slideLayout" Target="../slideLayouts/slideLayout21.xml"/><Relationship Id="rId6" Type="http://schemas.openxmlformats.org/officeDocument/2006/relationships/slideLayout" Target="../slideLayouts/slideLayout22.xml"/><Relationship Id="rId7" Type="http://schemas.openxmlformats.org/officeDocument/2006/relationships/slideLayout" Target="../slideLayouts/slideLayout23.xml"/><Relationship Id="rId8" Type="http://schemas.openxmlformats.org/officeDocument/2006/relationships/slideLayout" Target="../slideLayouts/slideLayout24.xml"/><Relationship Id="rId9" Type="http://schemas.openxmlformats.org/officeDocument/2006/relationships/slideLayout" Target="../slideLayouts/slideLayout25.xml"/><Relationship Id="rId10" Type="http://schemas.openxmlformats.org/officeDocument/2006/relationships/slideLayout" Target="../slideLayouts/slideLayout26.xml"/><Relationship Id="rId11" Type="http://schemas.openxmlformats.org/officeDocument/2006/relationships/slideLayout" Target="../slideLayouts/slideLayout27.xml"/><Relationship Id="rId12" Type="http://schemas.openxmlformats.org/officeDocument/2006/relationships/slideLayout" Target="../slideLayouts/slideLayout28.xml"/><Relationship Id="rId13" Type="http://schemas.openxmlformats.org/officeDocument/2006/relationships/slideLayout" Target="../slideLayouts/slideLayout29.xml"/><Relationship Id="rId14" Type="http://schemas.openxmlformats.org/officeDocument/2006/relationships/slideLayout" Target="../slideLayouts/slideLayout30.xml"/><Relationship Id="rId15" Type="http://schemas.openxmlformats.org/officeDocument/2006/relationships/slideLayout" Target="../slideLayouts/slideLayout31.xml"/><Relationship Id="rId16" Type="http://schemas.openxmlformats.org/officeDocument/2006/relationships/slideLayout" Target="../slideLayouts/slideLayout32.xml"/><Relationship Id="rId17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Isosceles Triangle 2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r>
              <a:rPr lang="fr-FR" sz="1000" b="0" strike="noStrike" spc="-1">
                <a:solidFill>
                  <a:schemeClr val="dk1"/>
                </a:solidFill>
                <a:latin typeface="Garamond"/>
              </a:rPr>
              <a:t>&lt;date/heure&gt;</a:t>
            </a:r>
            <a:endParaRPr lang="fr-FR" sz="10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indent="0" algn="ctr">
              <a:buNone/>
            </a:pPr>
            <a:r>
              <a:rPr lang="fr-FR" sz="1400" b="0" strike="noStrike" spc="-1">
                <a:solidFill>
                  <a:srgbClr val="000000"/>
                </a:solidFill>
                <a:latin typeface="Times New Roman"/>
              </a:rPr>
              <a:t>&lt;pied de page&gt;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FD918DD6-0D59-4DD2-AE2E-E9283A1FD10C}" type="slidenum">
              <a:rPr lang="fr-FR" sz="1000" b="0" strike="noStrike" spc="-1" smtClean="0">
                <a:solidFill>
                  <a:schemeClr val="dk1"/>
                </a:solidFill>
                <a:latin typeface="Garamond"/>
              </a:rPr>
              <a:t>‹N°›</a:t>
            </a:fld>
            <a:endParaRPr lang="fr-FR" sz="10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419470682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961" r:id="rId1"/>
    <p:sldLayoutId id="2147483962" r:id="rId2"/>
    <p:sldLayoutId id="2147483963" r:id="rId3"/>
    <p:sldLayoutId id="2147483964" r:id="rId4"/>
    <p:sldLayoutId id="2147483965" r:id="rId5"/>
    <p:sldLayoutId id="2147483966" r:id="rId6"/>
    <p:sldLayoutId id="2147483967" r:id="rId7"/>
    <p:sldLayoutId id="2147483968" r:id="rId8"/>
    <p:sldLayoutId id="2147483969" r:id="rId9"/>
    <p:sldLayoutId id="2147483970" r:id="rId10"/>
    <p:sldLayoutId id="2147483971" r:id="rId11"/>
    <p:sldLayoutId id="2147483972" r:id="rId12"/>
    <p:sldLayoutId id="2147483973" r:id="rId13"/>
    <p:sldLayoutId id="2147483974" r:id="rId14"/>
    <p:sldLayoutId id="2147483975" r:id="rId15"/>
    <p:sldLayoutId id="2147483976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Isosceles Triangle 2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r>
              <a:rPr lang="fr-FR" sz="1000" b="0" strike="noStrike" spc="-1">
                <a:solidFill>
                  <a:schemeClr val="dk1"/>
                </a:solidFill>
                <a:latin typeface="Garamond"/>
              </a:rPr>
              <a:t>&lt;date/heure&gt;</a:t>
            </a:r>
            <a:endParaRPr lang="fr-FR" sz="10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indent="0" algn="ctr">
              <a:buNone/>
            </a:pPr>
            <a:r>
              <a:rPr lang="fr-FR" sz="1400" b="0" strike="noStrike" spc="-1">
                <a:solidFill>
                  <a:srgbClr val="000000"/>
                </a:solidFill>
                <a:latin typeface="Times New Roman"/>
              </a:rPr>
              <a:t>&lt;pied de page&gt;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FD918DD6-0D59-4DD2-AE2E-E9283A1FD10C}" type="slidenum">
              <a:rPr lang="fr-FR" sz="1000" b="0" strike="noStrike" spc="-1" smtClean="0">
                <a:solidFill>
                  <a:schemeClr val="dk1"/>
                </a:solidFill>
                <a:latin typeface="Garamond"/>
              </a:rPr>
              <a:t>‹N°›</a:t>
            </a:fld>
            <a:endParaRPr lang="fr-FR" sz="10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113564215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978" r:id="rId1"/>
    <p:sldLayoutId id="2147483979" r:id="rId2"/>
    <p:sldLayoutId id="2147483980" r:id="rId3"/>
    <p:sldLayoutId id="2147483981" r:id="rId4"/>
    <p:sldLayoutId id="2147483982" r:id="rId5"/>
    <p:sldLayoutId id="2147483983" r:id="rId6"/>
    <p:sldLayoutId id="2147483984" r:id="rId7"/>
    <p:sldLayoutId id="2147483985" r:id="rId8"/>
    <p:sldLayoutId id="2147483986" r:id="rId9"/>
    <p:sldLayoutId id="2147483987" r:id="rId10"/>
    <p:sldLayoutId id="2147483988" r:id="rId11"/>
    <p:sldLayoutId id="2147483989" r:id="rId12"/>
    <p:sldLayoutId id="2147483990" r:id="rId13"/>
    <p:sldLayoutId id="2147483991" r:id="rId14"/>
    <p:sldLayoutId id="2147483992" r:id="rId15"/>
    <p:sldLayoutId id="2147483993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microsoft.com/office/2007/relationships/media" Target="../media/media1.mp4"/><Relationship Id="rId2" Type="http://schemas.openxmlformats.org/officeDocument/2006/relationships/video" Target="../media/media1.mp4"/><Relationship Id="rId3" Type="http://schemas.openxmlformats.org/officeDocument/2006/relationships/slideLayout" Target="../slideLayouts/slideLayout7.xml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ZoneTexte 3"/>
          <p:cNvSpPr/>
          <p:nvPr/>
        </p:nvSpPr>
        <p:spPr>
          <a:xfrm>
            <a:off x="2545560" y="511560"/>
            <a:ext cx="7355880" cy="3845753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zh-CN" sz="7200" b="1" strike="noStrike" spc="-1" dirty="0">
                <a:solidFill>
                  <a:schemeClr val="accent5">
                    <a:lumMod val="50000"/>
                  </a:schemeClr>
                </a:solidFill>
                <a:latin typeface="Forte" panose="03060902040502070203" pitchFamily="66" charset="0"/>
              </a:rPr>
              <a:t>信望爱基督之家</a:t>
            </a:r>
            <a:endParaRPr lang="fr-FR" sz="7200" b="0" strike="noStrike" spc="-1" dirty="0">
              <a:solidFill>
                <a:schemeClr val="accent5">
                  <a:lumMod val="50000"/>
                </a:schemeClr>
              </a:solidFill>
              <a:latin typeface="Forte" panose="03060902040502070203" pitchFamily="66" charset="0"/>
            </a:endParaRPr>
          </a:p>
          <a:p>
            <a:pPr defTabSz="457200">
              <a:lnSpc>
                <a:spcPct val="100000"/>
              </a:lnSpc>
            </a:pPr>
            <a:r>
              <a:rPr lang="fr-FR" sz="3600" b="1" strike="noStrike" spc="-1" dirty="0">
                <a:solidFill>
                  <a:schemeClr val="accent5"/>
                </a:solidFill>
                <a:latin typeface="Matura MT Script Capitals"/>
              </a:rPr>
              <a:t>     </a:t>
            </a:r>
            <a:r>
              <a:rPr lang="fr-FR" sz="3200" b="1" strike="noStrike" spc="-1" dirty="0">
                <a:solidFill>
                  <a:schemeClr val="dk1"/>
                </a:solidFill>
                <a:latin typeface="Matura MT Script Capitals"/>
              </a:rPr>
              <a:t>Eglise la Maison du Christ </a:t>
            </a:r>
            <a:endParaRPr lang="fr-FR" sz="3200" b="0" strike="noStrike" spc="-1" dirty="0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endParaRPr lang="fr-FR" sz="3200" b="0" strike="noStrike" spc="-1" dirty="0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fr-FR" sz="3200" b="1" strike="noStrike" spc="-1" dirty="0">
                <a:solidFill>
                  <a:schemeClr val="accent5"/>
                </a:solidFill>
                <a:latin typeface="Matura MT Script Capitals"/>
              </a:rPr>
              <a:t>         </a:t>
            </a:r>
            <a:r>
              <a:rPr lang="zh-CN" sz="4000" b="1" strike="noStrike" spc="-1" dirty="0">
                <a:solidFill>
                  <a:schemeClr val="accent5">
                    <a:lumMod val="50000"/>
                  </a:schemeClr>
                </a:solidFill>
                <a:latin typeface="Matura MT Script Capitals"/>
              </a:rPr>
              <a:t>法语课 Bienvenue !
</a:t>
            </a:r>
            <a:endParaRPr lang="fr-FR" sz="8000" b="0" strike="noStrike" spc="-1" dirty="0">
              <a:solidFill>
                <a:schemeClr val="accent5">
                  <a:lumMod val="50000"/>
                </a:schemeClr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fr-FR" sz="2000" b="1" strike="noStrike" spc="-1">
                <a:solidFill>
                  <a:schemeClr val="dk1"/>
                </a:solidFill>
                <a:latin typeface="Matura MT Script Capitals"/>
              </a:rPr>
              <a:t>                           </a:t>
            </a:r>
            <a:r>
              <a:rPr lang="fr-FR" sz="4000" b="1" strike="noStrike" spc="-1">
                <a:solidFill>
                  <a:schemeClr val="dk1"/>
                </a:solidFill>
                <a:latin typeface="Matura MT Script Capitals"/>
              </a:rPr>
              <a:t>20/09/2026 
</a:t>
            </a:r>
            <a:r>
              <a:rPr lang="fr-FR" sz="4000" b="1" strike="noStrike" spc="-1" dirty="0">
                <a:solidFill>
                  <a:schemeClr val="dk1"/>
                </a:solidFill>
                <a:latin typeface="Matura MT Script Capitals"/>
              </a:rPr>
              <a:t>              13h30-14h30
</a:t>
            </a:r>
            <a:endParaRPr lang="fr-FR" sz="240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1" name="ZoneTexte 6"/>
          <p:cNvSpPr/>
          <p:nvPr/>
        </p:nvSpPr>
        <p:spPr>
          <a:xfrm>
            <a:off x="881449" y="4821840"/>
            <a:ext cx="10560791" cy="583321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b="1" sz="4000">
                <a:latin typeface="STXingkai"/>
              </a:rPr>
              <a:t/>
            </a:r>
            <a:r>
              <a:rPr b="1" sz="4000">
                <a:latin typeface="STXingkai"/>
              </a:rPr>
              <a:t/>
            </a:r>
            <a:r>
              <a:rPr b="1" sz="4000">
                <a:latin typeface="STXingkai"/>
              </a:rPr>
              <a:t/>
            </a:r>
            <a:r>
              <a:rPr b="1" sz="4000">
                <a:latin typeface="STXingkai"/>
              </a:rPr>
              <a:t/>
            </a:r>
            <a:r>
              <a:rPr b="1" sz="4000">
                <a:latin typeface="STXingkai"/>
              </a:rPr>
              <a:t/>
            </a:r>
            <a:r>
              <a:rPr b="1" sz="4000">
                <a:latin typeface="STXingkai"/>
              </a:rPr>
              <a:t/>
            </a:r>
            <a:r>
              <a:rPr b="1" sz="4000">
                <a:latin typeface="STXingkai"/>
              </a:rPr>
              <a:t/>
            </a:r>
            <a:r>
              <a:rPr b="1" sz="4000">
                <a:latin typeface="STXingkai"/>
              </a:rPr>
              <a:t/>
            </a:r>
            <a:r>
              <a:rPr b="1" sz="4000">
                <a:latin typeface="STXingkai"/>
              </a:rPr>
              <a:t/>
            </a:r>
            <a:endParaRPr lang="fr-FR" sz="3200" b="0" strike="noStrike" spc="-1" dirty="0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ZoneTexte 3"/>
          <p:cNvSpPr/>
          <p:nvPr/>
        </p:nvSpPr>
        <p:spPr>
          <a:xfrm>
            <a:off x="2545560" y="511560"/>
            <a:ext cx="7355880" cy="3845753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zh-CN" sz="7200" b="1" strike="noStrike" spc="-1" dirty="0">
                <a:solidFill>
                  <a:schemeClr val="accent5">
                    <a:lumMod val="50000"/>
                  </a:schemeClr>
                </a:solidFill>
                <a:latin typeface="Forte" panose="03060902040502070203" pitchFamily="66" charset="0"/>
              </a:rPr>
              <a:t>信望爱基督之家</a:t>
            </a:r>
            <a:endParaRPr lang="fr-FR" sz="7200" b="0" strike="noStrike" spc="-1" dirty="0">
              <a:solidFill>
                <a:schemeClr val="accent5">
                  <a:lumMod val="50000"/>
                </a:schemeClr>
              </a:solidFill>
              <a:latin typeface="Forte" panose="03060902040502070203" pitchFamily="66" charset="0"/>
            </a:endParaRPr>
          </a:p>
          <a:p>
            <a:pPr defTabSz="457200">
              <a:lnSpc>
                <a:spcPct val="100000"/>
              </a:lnSpc>
            </a:pPr>
            <a:r>
              <a:rPr lang="fr-FR" sz="3600" b="1" strike="noStrike" spc="-1" dirty="0">
                <a:solidFill>
                  <a:schemeClr val="accent5"/>
                </a:solidFill>
                <a:latin typeface="Matura MT Script Capitals"/>
              </a:rPr>
              <a:t>     </a:t>
            </a:r>
            <a:r>
              <a:rPr lang="fr-FR" sz="3200" b="1" strike="noStrike" spc="-1" dirty="0">
                <a:solidFill>
                  <a:schemeClr val="dk1"/>
                </a:solidFill>
                <a:latin typeface="Matura MT Script Capitals"/>
              </a:rPr>
              <a:t>Eglise la Maison du Christ </a:t>
            </a:r>
            <a:endParaRPr lang="fr-FR" sz="3200" b="0" strike="noStrike" spc="-1" dirty="0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endParaRPr lang="fr-FR" sz="3200" b="0" strike="noStrike" spc="-1" dirty="0">
              <a:solidFill>
                <a:srgbClr val="000000"/>
              </a:solidFill>
              <a:latin typeface="Arial"/>
            </a:endParaRPr>
          </a:p>
          <a:p>
            <a:pPr algn="l" defTabSz="457200">
              <a:lnSpc>
                <a:spcPct val="100000"/>
              </a:lnSpc>
            </a:pPr>
            <a:r>
              <a:rPr lang="fr-FR" sz="3200" b="1" strike="noStrike" spc="-1" dirty="0">
                <a:solidFill>
                  <a:schemeClr val="accent5"/>
                </a:solidFill>
                <a:latin typeface="Matura MT Script Capitals"/>
              </a:rPr>
              <a:t>         </a:t>
            </a:r>
            <a:r>
              <a:rPr lang="zh-CN" sz="3200" b="1" strike="noStrike" spc="-1" dirty="0">
                <a:solidFill>
                  <a:schemeClr val="accent5">
                    <a:lumMod val="50000"/>
                  </a:schemeClr>
                </a:solidFill>
                <a:latin typeface="Matura MT Script Capitals"/>
              </a:rPr>
              <a:t>
诗篇143:8: 求你使我清晨得听你慈爱之言，因我倚靠你；求你使我知道当行的路，因我的心仰望你。</a:t>
            </a:r>
            <a:r>
              <a:rPr b="1" sz="3200">
                <a:latin typeface="STXingkai"/>
              </a:rPr>
              <a:t/>
            </a:r>
            <a:endParaRPr lang="fr-FR" sz="8000" b="0" strike="noStrike" spc="-1" dirty="0">
              <a:solidFill>
                <a:schemeClr val="accent5">
                  <a:lumMod val="50000"/>
                </a:schemeClr>
              </a:solidFill>
              <a:latin typeface="Arial"/>
            </a:endParaRPr>
          </a:p>
          <a:p>
            <a:pPr algn="l" defTabSz="457200">
              <a:lnSpc>
                <a:spcPct val="100000"/>
              </a:lnSpc>
            </a:pPr>
            <a:r>
              <a:rPr lang="fr-FR" sz="2000" b="1" strike="noStrike" spc="-1">
                <a:solidFill>
                  <a:schemeClr val="dk1"/>
                </a:solidFill>
                <a:latin typeface="Matura MT Script Capitals"/>
              </a:rPr>
              <a:t>                           </a:t>
            </a:r>
            <a:r>
              <a:rPr b="1" sz="3200">
                <a:latin typeface="STXingkai"/>
              </a:rPr>
              <a:t/>
            </a:r>
            <a:r>
              <a:rPr b="1" sz="3200">
                <a:latin typeface="STXingkai"/>
              </a:rPr>
              <a:t/>
            </a:r>
            <a:endParaRPr lang="fr-FR" sz="240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1" name="ZoneTexte 6"/>
          <p:cNvSpPr/>
          <p:nvPr/>
        </p:nvSpPr>
        <p:spPr>
          <a:xfrm>
            <a:off x="881449" y="4821840"/>
            <a:ext cx="10560791" cy="583321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endParaRPr lang="fr-FR" sz="3200" b="0" strike="noStrike" spc="-1" dirty="0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ZoneTexte 3"/>
          <p:cNvSpPr/>
          <p:nvPr/>
        </p:nvSpPr>
        <p:spPr>
          <a:xfrm>
            <a:off x="2545560" y="511560"/>
            <a:ext cx="7355880" cy="6861963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zh-CN" sz="7200" b="1" strike="noStrike" spc="-1" dirty="0">
                <a:solidFill>
                  <a:schemeClr val="accent5">
                    <a:lumMod val="50000"/>
                  </a:schemeClr>
                </a:solidFill>
                <a:latin typeface="Forte" panose="03060902040502070203" pitchFamily="66" charset="0"/>
              </a:rPr>
              <a:t>信望爱基督之家</a:t>
            </a:r>
            <a:endParaRPr lang="fr-FR" sz="7200" b="0" strike="noStrike" spc="-1" dirty="0">
              <a:solidFill>
                <a:schemeClr val="accent5">
                  <a:lumMod val="50000"/>
                </a:schemeClr>
              </a:solidFill>
              <a:latin typeface="Forte" panose="03060902040502070203" pitchFamily="66" charset="0"/>
            </a:endParaRPr>
          </a:p>
          <a:p>
            <a:pPr defTabSz="457200">
              <a:lnSpc>
                <a:spcPct val="100000"/>
              </a:lnSpc>
            </a:pPr>
            <a:r>
              <a:rPr lang="fr-FR" sz="3600" b="1" strike="noStrike" spc="-1" dirty="0">
                <a:solidFill>
                  <a:schemeClr val="accent5"/>
                </a:solidFill>
                <a:latin typeface="Matura MT Script Capitals"/>
              </a:rPr>
              <a:t>     </a:t>
            </a:r>
            <a:r>
              <a:rPr lang="fr-FR" sz="3200" b="1" strike="noStrike" spc="-1" dirty="0">
                <a:solidFill>
                  <a:schemeClr val="dk1"/>
                </a:solidFill>
                <a:latin typeface="Matura MT Script Capitals"/>
              </a:rPr>
              <a:t>Eglise la Maison du Christ </a:t>
            </a:r>
            <a:endParaRPr lang="fr-FR" sz="3200" b="0" strike="noStrike" spc="-1" dirty="0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endParaRPr lang="fr-FR" sz="3200" b="0" strike="noStrike" spc="-1" dirty="0">
              <a:solidFill>
                <a:srgbClr val="000000"/>
              </a:solidFill>
              <a:latin typeface="Arial"/>
            </a:endParaRPr>
          </a:p>
          <a:p>
            <a:pPr algn="l" defTabSz="457200">
              <a:lnSpc>
                <a:spcPct val="100000"/>
              </a:lnSpc>
            </a:pPr>
            <a:r>
              <a:rPr lang="fr-FR" sz="3200" b="1" strike="noStrike" spc="-1" dirty="0">
                <a:solidFill>
                  <a:schemeClr val="accent5"/>
                </a:solidFill>
                <a:latin typeface="Matura MT Script Capitals"/>
              </a:rPr>
              <a:t>         </a:t>
            </a:r>
            <a:r>
              <a:rPr lang="zh-CN" sz="4000" b="1" strike="noStrike" spc="-1" dirty="0">
                <a:solidFill>
                  <a:schemeClr val="accent5">
                    <a:lumMod val="50000"/>
                  </a:schemeClr>
                </a:solidFill>
                <a:latin typeface="Matura MT Script Capitals"/>
              </a:rPr>
              <a:t>发音规则1，字母e在单词末尾不发音  
</a:t>
            </a:r>
            <a:r>
              <a:rPr lang="zh-CN" sz="4000" b="1" strike="noStrike" spc="-1" dirty="0">
                <a:solidFill>
                  <a:schemeClr val="accent5">
                    <a:lumMod val="50000"/>
                  </a:schemeClr>
                </a:solidFill>
                <a:latin typeface="+mj-ea"/>
                <a:ea typeface="+mj-ea"/>
              </a:rPr>
              <a:t>la table 书桌 la pomme 苹果 
la robe 连衣裙 la porte 门 
la vie 人生 la voiture 汽车</a:t>
            </a:r>
            <a:r>
              <a:rPr lang="fr-FR" altLang="zh-CN" sz="4000" b="1" spc="-1" dirty="0">
                <a:solidFill>
                  <a:schemeClr val="accent5">
                    <a:lumMod val="50000"/>
                  </a:schemeClr>
                </a:solidFill>
                <a:latin typeface="+mj-ea"/>
                <a:ea typeface="+mj-ea"/>
              </a:rPr>
              <a:t> </a:t>
            </a:r>
          </a:p>
          <a:p>
            <a:pPr algn="l" defTabSz="457200">
              <a:lnSpc>
                <a:spcPct val="100000"/>
              </a:lnSpc>
            </a:pPr>
            <a:r>
              <a:rPr lang="fr-FR" altLang="zh-CN" sz="4000" b="1" spc="-1" dirty="0">
                <a:solidFill>
                  <a:schemeClr val="accent5">
                    <a:lumMod val="50000"/>
                  </a:schemeClr>
                </a:solidFill>
                <a:latin typeface="+mj-ea"/>
                <a:ea typeface="+mj-ea"/>
              </a:rPr>
              <a:t>la poste </a:t>
            </a:r>
            <a:r>
              <a:rPr lang="zh-CN" altLang="fr-FR" sz="4000" b="1" spc="-1" dirty="0">
                <a:solidFill>
                  <a:schemeClr val="accent5">
                    <a:lumMod val="50000"/>
                  </a:schemeClr>
                </a:solidFill>
                <a:latin typeface="+mj-ea"/>
                <a:ea typeface="+mj-ea"/>
              </a:rPr>
              <a:t>邮局 </a:t>
            </a:r>
            <a:r>
              <a:rPr lang="fr-FR" altLang="zh-CN" sz="4000" b="1" spc="-1" dirty="0">
                <a:solidFill>
                  <a:schemeClr val="accent5">
                    <a:lumMod val="50000"/>
                  </a:schemeClr>
                </a:solidFill>
                <a:latin typeface="+mj-ea"/>
                <a:ea typeface="+mj-ea"/>
              </a:rPr>
              <a:t>un timbre </a:t>
            </a:r>
            <a:r>
              <a:rPr lang="zh-CN" altLang="fr-FR" sz="4000" b="1" spc="-1" dirty="0">
                <a:solidFill>
                  <a:schemeClr val="accent5">
                    <a:lumMod val="50000"/>
                  </a:schemeClr>
                </a:solidFill>
                <a:latin typeface="+mj-ea"/>
                <a:ea typeface="+mj-ea"/>
              </a:rPr>
              <a:t>邮票</a:t>
            </a:r>
            <a:endParaRPr lang="fr-FR" altLang="zh-CN" sz="4000" b="1" spc="-1" dirty="0">
              <a:solidFill>
                <a:schemeClr val="accent5">
                  <a:lumMod val="50000"/>
                </a:schemeClr>
              </a:solidFill>
              <a:latin typeface="+mj-ea"/>
              <a:ea typeface="+mj-ea"/>
            </a:endParaRPr>
          </a:p>
          <a:p>
            <a:pPr algn="l" defTabSz="457200">
              <a:lnSpc>
                <a:spcPct val="100000"/>
              </a:lnSpc>
            </a:pPr>
            <a:r>
              <a:rPr lang="fr-FR" sz="4000" b="1" spc="-1">
                <a:solidFill>
                  <a:schemeClr val="accent5">
                    <a:lumMod val="50000"/>
                  </a:schemeClr>
                </a:solidFill>
                <a:latin typeface="+mj-ea"/>
                <a:ea typeface="+mj-ea"/>
              </a:rPr>
              <a:t>Cinquante 50</a:t>
            </a:r>
            <a:endParaRPr lang="fr-FR" sz="8000" b="0" strike="noStrike" spc="-1" dirty="0">
              <a:solidFill>
                <a:schemeClr val="accent5">
                  <a:lumMod val="50000"/>
                </a:schemeClr>
              </a:solidFill>
              <a:latin typeface="+mj-ea"/>
              <a:ea typeface="+mj-ea"/>
            </a:endParaRPr>
          </a:p>
          <a:p>
            <a:pPr algn="l" defTabSz="457200">
              <a:lnSpc>
                <a:spcPct val="100000"/>
              </a:lnSpc>
            </a:pPr>
            <a:r>
              <a:rPr lang="fr-FR" sz="2000" b="1" strike="noStrike" spc="-1" dirty="0">
                <a:solidFill>
                  <a:schemeClr val="dk1"/>
                </a:solidFill>
                <a:latin typeface="Matura MT Script Capitals"/>
              </a:rPr>
              <a:t>                           </a:t>
            </a:r>
            <a:endParaRPr lang="fr-FR" sz="240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1" name="ZoneTexte 6"/>
          <p:cNvSpPr/>
          <p:nvPr/>
        </p:nvSpPr>
        <p:spPr>
          <a:xfrm>
            <a:off x="881449" y="4821840"/>
            <a:ext cx="10560791" cy="583321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endParaRPr lang="fr-FR" sz="3200" b="0" strike="noStrike" spc="-1" dirty="0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ZoneTexte 3"/>
          <p:cNvSpPr/>
          <p:nvPr/>
        </p:nvSpPr>
        <p:spPr>
          <a:xfrm>
            <a:off x="2545560" y="511560"/>
            <a:ext cx="7355880" cy="624641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zh-CN" sz="7200" b="1" strike="noStrike" spc="-1" dirty="0">
                <a:solidFill>
                  <a:schemeClr val="accent5">
                    <a:lumMod val="50000"/>
                  </a:schemeClr>
                </a:solidFill>
                <a:latin typeface="Forte" panose="03060902040502070203" pitchFamily="66" charset="0"/>
              </a:rPr>
              <a:t>信望爱基督之家</a:t>
            </a:r>
            <a:endParaRPr lang="fr-FR" sz="7200" b="0" strike="noStrike" spc="-1" dirty="0">
              <a:solidFill>
                <a:schemeClr val="accent5">
                  <a:lumMod val="50000"/>
                </a:schemeClr>
              </a:solidFill>
              <a:latin typeface="Forte" panose="03060902040502070203" pitchFamily="66" charset="0"/>
            </a:endParaRPr>
          </a:p>
          <a:p>
            <a:pPr defTabSz="457200">
              <a:lnSpc>
                <a:spcPct val="100000"/>
              </a:lnSpc>
            </a:pPr>
            <a:r>
              <a:rPr lang="fr-FR" sz="3600" b="1" strike="noStrike" spc="-1" dirty="0">
                <a:solidFill>
                  <a:schemeClr val="accent5"/>
                </a:solidFill>
                <a:latin typeface="Matura MT Script Capitals"/>
              </a:rPr>
              <a:t>     </a:t>
            </a:r>
            <a:r>
              <a:rPr lang="fr-FR" sz="3200" b="1" strike="noStrike" spc="-1" dirty="0">
                <a:solidFill>
                  <a:schemeClr val="dk1"/>
                </a:solidFill>
                <a:latin typeface="Matura MT Script Capitals"/>
              </a:rPr>
              <a:t>Eglise la Maison du Christ </a:t>
            </a:r>
            <a:endParaRPr lang="fr-FR" sz="3200" b="0" strike="noStrike" spc="-1" dirty="0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endParaRPr lang="fr-FR" sz="3200" b="0" strike="noStrike" spc="-1" dirty="0">
              <a:solidFill>
                <a:srgbClr val="000000"/>
              </a:solidFill>
              <a:latin typeface="Arial"/>
            </a:endParaRPr>
          </a:p>
          <a:p>
            <a:pPr algn="l" defTabSz="457200">
              <a:lnSpc>
                <a:spcPct val="100000"/>
              </a:lnSpc>
            </a:pPr>
            <a:r>
              <a:rPr lang="fr-FR" sz="3200" b="1" strike="noStrike" spc="-1" dirty="0">
                <a:solidFill>
                  <a:schemeClr val="accent5"/>
                </a:solidFill>
                <a:latin typeface="Matura MT Script Capitals"/>
              </a:rPr>
              <a:t>         </a:t>
            </a:r>
            <a:r>
              <a:rPr lang="zh-CN" sz="4000" b="1" strike="noStrike" spc="-1" dirty="0">
                <a:solidFill>
                  <a:schemeClr val="accent5">
                    <a:lumMod val="50000"/>
                  </a:schemeClr>
                </a:solidFill>
                <a:latin typeface="Matura MT Script Capitals"/>
              </a:rPr>
              <a:t>发音规则2，如果是辅音在词尾大概率不发音  
</a:t>
            </a:r>
            <a:r>
              <a:rPr lang="zh-CN" sz="4000" b="1" strike="noStrike" spc="-1" dirty="0">
                <a:solidFill>
                  <a:schemeClr val="accent5">
                    <a:lumMod val="50000"/>
                  </a:schemeClr>
                </a:solidFill>
                <a:latin typeface="+mj-ea"/>
                <a:ea typeface="+mj-ea"/>
              </a:rPr>
              <a:t>l‘art 艺术 </a:t>
            </a:r>
            <a:r>
              <a:rPr lang="fr-FR" altLang="zh-CN" sz="4000" b="1" strike="noStrike" spc="-1" dirty="0">
                <a:solidFill>
                  <a:schemeClr val="accent5">
                    <a:lumMod val="50000"/>
                  </a:schemeClr>
                </a:solidFill>
                <a:latin typeface="+mj-ea"/>
                <a:ea typeface="+mj-ea"/>
              </a:rPr>
              <a:t>        </a:t>
            </a:r>
            <a:r>
              <a:rPr lang="zh-CN" sz="4000" b="1" strike="noStrike" spc="-1" dirty="0">
                <a:solidFill>
                  <a:schemeClr val="accent5">
                    <a:lumMod val="50000"/>
                  </a:schemeClr>
                </a:solidFill>
                <a:latin typeface="+mj-ea"/>
                <a:ea typeface="+mj-ea"/>
              </a:rPr>
              <a:t>l’avis</a:t>
            </a:r>
            <a:r>
              <a:rPr lang="fr-FR" altLang="zh-CN" sz="4000" b="1" spc="-1" dirty="0">
                <a:solidFill>
                  <a:schemeClr val="accent5">
                    <a:lumMod val="50000"/>
                  </a:schemeClr>
                </a:solidFill>
                <a:latin typeface="+mj-ea"/>
                <a:ea typeface="+mj-ea"/>
              </a:rPr>
              <a:t> </a:t>
            </a:r>
            <a:r>
              <a:rPr lang="zh-CN" sz="4000" b="1" strike="noStrike" spc="-1" dirty="0">
                <a:solidFill>
                  <a:schemeClr val="accent5">
                    <a:lumMod val="50000"/>
                  </a:schemeClr>
                </a:solidFill>
                <a:latin typeface="+mj-ea"/>
                <a:ea typeface="+mj-ea"/>
              </a:rPr>
              <a:t>意见</a:t>
            </a:r>
            <a:r>
              <a:rPr lang="zh-CN" altLang="fr-FR" sz="4000" b="1" spc="-1" dirty="0">
                <a:solidFill>
                  <a:schemeClr val="accent5">
                    <a:lumMod val="50000"/>
                  </a:schemeClr>
                </a:solidFill>
                <a:latin typeface="+mj-ea"/>
                <a:ea typeface="+mj-ea"/>
              </a:rPr>
              <a:t> </a:t>
            </a:r>
            <a:endParaRPr lang="fr-FR" altLang="zh-CN" sz="4000" b="1" spc="-1" dirty="0">
              <a:solidFill>
                <a:schemeClr val="accent5">
                  <a:lumMod val="50000"/>
                </a:schemeClr>
              </a:solidFill>
              <a:latin typeface="+mj-ea"/>
              <a:ea typeface="+mj-ea"/>
            </a:endParaRPr>
          </a:p>
          <a:p>
            <a:pPr algn="l" defTabSz="457200">
              <a:lnSpc>
                <a:spcPct val="100000"/>
              </a:lnSpc>
            </a:pPr>
            <a:r>
              <a:rPr lang="fr-FR" altLang="zh-CN" sz="4000" b="1" spc="-1" dirty="0">
                <a:solidFill>
                  <a:schemeClr val="accent5">
                    <a:lumMod val="50000"/>
                  </a:schemeClr>
                </a:solidFill>
                <a:latin typeface="+mj-ea"/>
                <a:ea typeface="+mj-ea"/>
              </a:rPr>
              <a:t>un colis </a:t>
            </a:r>
            <a:r>
              <a:rPr lang="zh-CN" altLang="fr-FR" sz="4000" b="1" spc="-1" dirty="0">
                <a:solidFill>
                  <a:schemeClr val="accent5">
                    <a:lumMod val="50000"/>
                  </a:schemeClr>
                </a:solidFill>
                <a:latin typeface="+mj-ea"/>
                <a:ea typeface="+mj-ea"/>
              </a:rPr>
              <a:t>包裹  </a:t>
            </a:r>
            <a:r>
              <a:rPr lang="fr-FR" altLang="zh-CN" sz="4000" b="1" spc="-1" dirty="0">
                <a:solidFill>
                  <a:schemeClr val="accent5">
                    <a:lumMod val="50000"/>
                  </a:schemeClr>
                </a:solidFill>
                <a:latin typeface="+mj-ea"/>
                <a:ea typeface="+mj-ea"/>
              </a:rPr>
              <a:t>le poulet </a:t>
            </a:r>
            <a:r>
              <a:rPr lang="zh-CN" altLang="fr-FR" sz="4000" b="1" spc="-1" dirty="0">
                <a:solidFill>
                  <a:schemeClr val="accent5">
                    <a:lumMod val="50000"/>
                  </a:schemeClr>
                </a:solidFill>
                <a:latin typeface="+mj-ea"/>
                <a:ea typeface="+mj-ea"/>
              </a:rPr>
              <a:t>鸡肉 </a:t>
            </a:r>
            <a:r>
              <a:rPr lang="fr-FR" altLang="zh-CN" sz="4000" b="1" spc="-1" dirty="0">
                <a:solidFill>
                  <a:schemeClr val="accent5">
                    <a:lumMod val="50000"/>
                  </a:schemeClr>
                </a:solidFill>
                <a:latin typeface="+mj-ea"/>
                <a:ea typeface="+mj-ea"/>
              </a:rPr>
              <a:t> </a:t>
            </a:r>
            <a:r>
              <a:rPr lang="zh-CN" sz="4000" b="1" strike="noStrike" spc="-1" dirty="0">
                <a:solidFill>
                  <a:schemeClr val="accent5">
                    <a:lumMod val="50000"/>
                  </a:schemeClr>
                </a:solidFill>
                <a:latin typeface="+mj-ea"/>
                <a:ea typeface="+mj-ea"/>
              </a:rPr>
              <a:t>
fort 强 </a:t>
            </a:r>
            <a:r>
              <a:rPr lang="fr-FR" altLang="zh-CN" sz="4000" b="1" strike="noStrike" spc="-1" dirty="0">
                <a:solidFill>
                  <a:schemeClr val="accent5">
                    <a:lumMod val="50000"/>
                  </a:schemeClr>
                </a:solidFill>
                <a:latin typeface="+mj-ea"/>
                <a:ea typeface="+mj-ea"/>
              </a:rPr>
              <a:t>            </a:t>
            </a:r>
            <a:r>
              <a:rPr lang="zh-CN" sz="4000" b="1" strike="noStrike" spc="-1" dirty="0">
                <a:solidFill>
                  <a:schemeClr val="accent5">
                    <a:lumMod val="50000"/>
                  </a:schemeClr>
                </a:solidFill>
                <a:latin typeface="+mj-ea"/>
                <a:ea typeface="+mj-ea"/>
              </a:rPr>
              <a:t>forte 强 
lent 慢 </a:t>
            </a:r>
            <a:r>
              <a:rPr lang="fr-FR" altLang="zh-CN" sz="4000" b="1" strike="noStrike" spc="-1" dirty="0">
                <a:solidFill>
                  <a:schemeClr val="accent5">
                    <a:lumMod val="50000"/>
                  </a:schemeClr>
                </a:solidFill>
                <a:latin typeface="+mj-ea"/>
                <a:ea typeface="+mj-ea"/>
              </a:rPr>
              <a:t>            </a:t>
            </a:r>
            <a:r>
              <a:rPr lang="zh-CN" sz="4000" b="1" strike="noStrike" spc="-1" dirty="0">
                <a:solidFill>
                  <a:schemeClr val="accent5">
                    <a:lumMod val="50000"/>
                  </a:schemeClr>
                </a:solidFill>
                <a:latin typeface="+mj-ea"/>
                <a:ea typeface="+mj-ea"/>
              </a:rPr>
              <a:t>bas 低</a:t>
            </a:r>
            <a:r>
              <a:rPr lang="fr-FR" altLang="zh-CN" sz="4000" b="1" strike="noStrike" spc="-1" dirty="0">
                <a:solidFill>
                  <a:schemeClr val="accent5">
                    <a:lumMod val="50000"/>
                  </a:schemeClr>
                </a:solidFill>
                <a:latin typeface="+mj-ea"/>
                <a:ea typeface="+mj-ea"/>
              </a:rPr>
              <a:t> </a:t>
            </a:r>
            <a:endParaRPr lang="fr-FR" sz="8000" b="0" strike="noStrike" spc="-1" dirty="0">
              <a:solidFill>
                <a:schemeClr val="accent5">
                  <a:lumMod val="50000"/>
                </a:schemeClr>
              </a:solidFill>
              <a:latin typeface="+mj-ea"/>
              <a:ea typeface="+mj-ea"/>
            </a:endParaRPr>
          </a:p>
          <a:p>
            <a:pPr algn="l" defTabSz="457200">
              <a:lnSpc>
                <a:spcPct val="100000"/>
              </a:lnSpc>
            </a:pPr>
            <a:r>
              <a:rPr lang="fr-FR" sz="2000" b="1" strike="noStrike" spc="-1" dirty="0">
                <a:solidFill>
                  <a:schemeClr val="dk1"/>
                </a:solidFill>
                <a:latin typeface="Matura MT Script Capitals"/>
              </a:rPr>
              <a:t>                           </a:t>
            </a:r>
            <a:endParaRPr lang="fr-FR" sz="240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1" name="ZoneTexte 6"/>
          <p:cNvSpPr/>
          <p:nvPr/>
        </p:nvSpPr>
        <p:spPr>
          <a:xfrm>
            <a:off x="881449" y="4821840"/>
            <a:ext cx="10560791" cy="583321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endParaRPr lang="fr-FR" sz="3200" b="0" strike="noStrike" spc="-1" dirty="0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ZoneTexte 3"/>
          <p:cNvSpPr/>
          <p:nvPr/>
        </p:nvSpPr>
        <p:spPr>
          <a:xfrm>
            <a:off x="2545560" y="511560"/>
            <a:ext cx="7355880" cy="624641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zh-CN" sz="7200" b="1" strike="noStrike" spc="-1" dirty="0">
                <a:solidFill>
                  <a:schemeClr val="accent5">
                    <a:lumMod val="50000"/>
                  </a:schemeClr>
                </a:solidFill>
                <a:latin typeface="Forte" panose="03060902040502070203" pitchFamily="66" charset="0"/>
              </a:rPr>
              <a:t>信望爱基督之家</a:t>
            </a:r>
            <a:endParaRPr lang="fr-FR" sz="7200" b="0" strike="noStrike" spc="-1" dirty="0">
              <a:solidFill>
                <a:schemeClr val="accent5">
                  <a:lumMod val="50000"/>
                </a:schemeClr>
              </a:solidFill>
              <a:latin typeface="Forte" panose="03060902040502070203" pitchFamily="66" charset="0"/>
            </a:endParaRPr>
          </a:p>
          <a:p>
            <a:pPr defTabSz="457200">
              <a:lnSpc>
                <a:spcPct val="100000"/>
              </a:lnSpc>
            </a:pPr>
            <a:r>
              <a:rPr lang="fr-FR" sz="3600" b="1" strike="noStrike" spc="-1" dirty="0">
                <a:solidFill>
                  <a:schemeClr val="accent5"/>
                </a:solidFill>
                <a:latin typeface="Matura MT Script Capitals"/>
              </a:rPr>
              <a:t>     </a:t>
            </a:r>
            <a:r>
              <a:rPr lang="fr-FR" sz="3200" b="1" strike="noStrike" spc="-1" dirty="0">
                <a:solidFill>
                  <a:schemeClr val="dk1"/>
                </a:solidFill>
                <a:latin typeface="Matura MT Script Capitals"/>
              </a:rPr>
              <a:t>Eglise la Maison du Christ </a:t>
            </a:r>
            <a:endParaRPr lang="fr-FR" sz="3200" b="0" strike="noStrike" spc="-1" dirty="0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endParaRPr lang="fr-FR" sz="3200" b="0" strike="noStrike" spc="-1" dirty="0">
              <a:solidFill>
                <a:srgbClr val="000000"/>
              </a:solidFill>
              <a:latin typeface="Arial"/>
            </a:endParaRPr>
          </a:p>
          <a:p>
            <a:pPr algn="l" defTabSz="457200">
              <a:lnSpc>
                <a:spcPct val="100000"/>
              </a:lnSpc>
            </a:pPr>
            <a:r>
              <a:rPr lang="fr-FR" sz="3200" b="1" strike="noStrike" spc="-1" dirty="0">
                <a:solidFill>
                  <a:schemeClr val="accent5"/>
                </a:solidFill>
                <a:latin typeface="Matura MT Script Capitals"/>
              </a:rPr>
              <a:t>         </a:t>
            </a:r>
            <a:r>
              <a:rPr lang="zh-CN" sz="4000" b="1" strike="noStrike" spc="-1" dirty="0">
                <a:solidFill>
                  <a:schemeClr val="accent5">
                    <a:lumMod val="50000"/>
                  </a:schemeClr>
                </a:solidFill>
                <a:latin typeface="Matura MT Script Capitals"/>
              </a:rPr>
              <a:t>发音规则3，CFLR辅音在词尾发音  
</a:t>
            </a:r>
            <a:r>
              <a:rPr lang="zh-CN" sz="4000" b="1" strike="noStrike" spc="-1" dirty="0">
                <a:solidFill>
                  <a:schemeClr val="accent5">
                    <a:lumMod val="50000"/>
                  </a:schemeClr>
                </a:solidFill>
                <a:latin typeface="+mj-ea"/>
                <a:ea typeface="+mj-ea"/>
              </a:rPr>
              <a:t>le sac 包 </a:t>
            </a:r>
            <a:r>
              <a:rPr lang="fr-FR" altLang="zh-CN" sz="4000" b="1" strike="noStrike" spc="-1" dirty="0">
                <a:solidFill>
                  <a:schemeClr val="accent5">
                    <a:lumMod val="50000"/>
                  </a:schemeClr>
                </a:solidFill>
                <a:latin typeface="+mj-ea"/>
                <a:ea typeface="+mj-ea"/>
              </a:rPr>
              <a:t>        </a:t>
            </a:r>
            <a:r>
              <a:rPr lang="zh-CN" sz="4000" b="1" strike="noStrike" spc="-1" dirty="0">
                <a:solidFill>
                  <a:schemeClr val="accent5">
                    <a:lumMod val="50000"/>
                  </a:schemeClr>
                </a:solidFill>
                <a:latin typeface="+mj-ea"/>
                <a:ea typeface="+mj-ea"/>
              </a:rPr>
              <a:t>avec 一起 
le chef 首长 </a:t>
            </a:r>
            <a:r>
              <a:rPr lang="fr-FR" altLang="zh-CN" sz="4000" b="1" strike="noStrike" spc="-1" dirty="0">
                <a:solidFill>
                  <a:schemeClr val="accent5">
                    <a:lumMod val="50000"/>
                  </a:schemeClr>
                </a:solidFill>
                <a:latin typeface="+mj-ea"/>
                <a:ea typeface="+mj-ea"/>
              </a:rPr>
              <a:t> </a:t>
            </a:r>
            <a:r>
              <a:rPr lang="zh-CN" sz="4000" b="1" strike="noStrike" spc="-1" dirty="0">
                <a:solidFill>
                  <a:schemeClr val="accent5">
                    <a:lumMod val="50000"/>
                  </a:schemeClr>
                </a:solidFill>
                <a:latin typeface="+mj-ea"/>
                <a:ea typeface="+mj-ea"/>
              </a:rPr>
              <a:t>neuf 新的 
mal 疼痛，不好 </a:t>
            </a:r>
            <a:r>
              <a:rPr lang="fr-FR" altLang="zh-CN" sz="4000" b="1" strike="noStrike" spc="-1" dirty="0">
                <a:solidFill>
                  <a:schemeClr val="accent5">
                    <a:lumMod val="50000"/>
                  </a:schemeClr>
                </a:solidFill>
                <a:latin typeface="+mj-ea"/>
                <a:ea typeface="+mj-ea"/>
              </a:rPr>
              <a:t>J’ai du mal</a:t>
            </a:r>
          </a:p>
          <a:p>
            <a:pPr algn="l" defTabSz="457200">
              <a:lnSpc>
                <a:spcPct val="100000"/>
              </a:lnSpc>
            </a:pPr>
            <a:r>
              <a:rPr lang="fr-FR" altLang="zh-CN" sz="4000" b="1" spc="-1" dirty="0">
                <a:solidFill>
                  <a:schemeClr val="accent5">
                    <a:lumMod val="50000"/>
                  </a:schemeClr>
                </a:solidFill>
                <a:latin typeface="+mj-ea"/>
                <a:ea typeface="+mj-ea"/>
              </a:rPr>
              <a:t>le </a:t>
            </a:r>
            <a:r>
              <a:rPr lang="zh-CN" sz="4000" b="1" strike="noStrike" spc="-1" dirty="0">
                <a:solidFill>
                  <a:schemeClr val="accent5">
                    <a:lumMod val="50000"/>
                  </a:schemeClr>
                </a:solidFill>
                <a:latin typeface="+mj-ea"/>
                <a:ea typeface="+mj-ea"/>
              </a:rPr>
              <a:t>journal 日记日报</a:t>
            </a:r>
            <a:endParaRPr lang="fr-FR" sz="8000" b="0" strike="noStrike" spc="-1" dirty="0">
              <a:solidFill>
                <a:schemeClr val="accent5">
                  <a:lumMod val="50000"/>
                </a:schemeClr>
              </a:solidFill>
              <a:latin typeface="+mj-ea"/>
              <a:ea typeface="+mj-ea"/>
            </a:endParaRPr>
          </a:p>
          <a:p>
            <a:pPr algn="l" defTabSz="457200">
              <a:lnSpc>
                <a:spcPct val="100000"/>
              </a:lnSpc>
            </a:pPr>
            <a:r>
              <a:rPr lang="fr-FR" sz="2000" b="1" strike="noStrike" spc="-1" dirty="0">
                <a:solidFill>
                  <a:schemeClr val="dk1"/>
                </a:solidFill>
                <a:latin typeface="Matura MT Script Capitals"/>
              </a:rPr>
              <a:t>                           </a:t>
            </a:r>
            <a:endParaRPr lang="fr-FR" sz="240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1" name="ZoneTexte 6"/>
          <p:cNvSpPr/>
          <p:nvPr/>
        </p:nvSpPr>
        <p:spPr>
          <a:xfrm>
            <a:off x="881449" y="4821840"/>
            <a:ext cx="10560791" cy="583321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endParaRPr lang="fr-FR" sz="3200" b="0" strike="noStrike" spc="-1" dirty="0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2">
            <a:extLst>
              <a:ext uri="{FF2B5EF4-FFF2-40B4-BE49-F238E27FC236}">
                <a16:creationId xmlns:a16="http://schemas.microsoft.com/office/drawing/2014/main" id="{ABE5521F-E48A-4016-9A5B-21889154AAC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566693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ZoneTexte 3"/>
          <p:cNvSpPr/>
          <p:nvPr/>
        </p:nvSpPr>
        <p:spPr>
          <a:xfrm>
            <a:off x="2545560" y="511560"/>
            <a:ext cx="7355880" cy="5630857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zh-CN" sz="7200" b="1" strike="noStrike" spc="-1" dirty="0">
                <a:solidFill>
                  <a:schemeClr val="accent5">
                    <a:lumMod val="50000"/>
                  </a:schemeClr>
                </a:solidFill>
                <a:latin typeface="Forte" panose="03060902040502070203" pitchFamily="66" charset="0"/>
              </a:rPr>
              <a:t>信望爱基督之家</a:t>
            </a:r>
            <a:endParaRPr lang="fr-FR" sz="7200" b="0" strike="noStrike" spc="-1" dirty="0">
              <a:solidFill>
                <a:schemeClr val="accent5">
                  <a:lumMod val="50000"/>
                </a:schemeClr>
              </a:solidFill>
              <a:latin typeface="Forte" panose="03060902040502070203" pitchFamily="66" charset="0"/>
            </a:endParaRPr>
          </a:p>
          <a:p>
            <a:pPr defTabSz="457200">
              <a:lnSpc>
                <a:spcPct val="100000"/>
              </a:lnSpc>
            </a:pPr>
            <a:r>
              <a:rPr lang="fr-FR" sz="3600" b="1" strike="noStrike" spc="-1" dirty="0">
                <a:solidFill>
                  <a:schemeClr val="accent5"/>
                </a:solidFill>
                <a:latin typeface="Matura MT Script Capitals"/>
              </a:rPr>
              <a:t>     </a:t>
            </a:r>
            <a:r>
              <a:rPr lang="fr-FR" sz="3200" b="1" strike="noStrike" spc="-1" dirty="0">
                <a:solidFill>
                  <a:schemeClr val="dk1"/>
                </a:solidFill>
                <a:latin typeface="Matura MT Script Capitals"/>
              </a:rPr>
              <a:t>Eglise la Maison du Christ </a:t>
            </a:r>
            <a:endParaRPr lang="fr-FR" sz="3200" b="0" strike="noStrike" spc="-1" dirty="0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endParaRPr lang="fr-FR" sz="3200" b="0" strike="noStrike" spc="-1" dirty="0">
              <a:solidFill>
                <a:srgbClr val="000000"/>
              </a:solidFill>
              <a:latin typeface="Arial"/>
            </a:endParaRPr>
          </a:p>
          <a:p>
            <a:pPr algn="l" defTabSz="457200">
              <a:lnSpc>
                <a:spcPct val="100000"/>
              </a:lnSpc>
            </a:pPr>
            <a:r>
              <a:rPr lang="fr-FR" sz="3200" b="1" strike="noStrike" spc="-1" dirty="0">
                <a:solidFill>
                  <a:schemeClr val="accent5"/>
                </a:solidFill>
                <a:latin typeface="Matura MT Script Capitals"/>
              </a:rPr>
              <a:t>         </a:t>
            </a:r>
            <a:r>
              <a:rPr lang="zh-CN" sz="4000" b="1" strike="noStrike" spc="-1" dirty="0">
                <a:solidFill>
                  <a:schemeClr val="accent5">
                    <a:lumMod val="50000"/>
                  </a:schemeClr>
                </a:solidFill>
                <a:latin typeface="Matura MT Script Capitals"/>
              </a:rPr>
              <a:t>Dictée Vous êtes prêts? 
</a:t>
            </a:r>
            <a:r>
              <a:rPr lang="zh-CN" sz="4000" b="1" strike="noStrike" spc="-1" dirty="0">
                <a:solidFill>
                  <a:schemeClr val="accent5">
                    <a:lumMod val="50000"/>
                  </a:schemeClr>
                </a:solidFill>
                <a:latin typeface="+mj-ea"/>
                <a:ea typeface="+mj-ea"/>
              </a:rPr>
              <a:t>Dio_ 一款香水 
</a:t>
            </a:r>
            <a:r>
              <a:rPr lang="fr-FR" altLang="zh-CN" sz="4000" b="1" strike="noStrike" spc="-1" dirty="0">
                <a:solidFill>
                  <a:schemeClr val="accent5">
                    <a:lumMod val="50000"/>
                  </a:schemeClr>
                </a:solidFill>
                <a:latin typeface="+mj-ea"/>
                <a:ea typeface="+mj-ea"/>
              </a:rPr>
              <a:t>P</a:t>
            </a:r>
            <a:r>
              <a:rPr lang="zh-CN" sz="4000" b="1" strike="noStrike" spc="-1" dirty="0">
                <a:solidFill>
                  <a:schemeClr val="accent5">
                    <a:lumMod val="50000"/>
                  </a:schemeClr>
                </a:solidFill>
                <a:latin typeface="+mj-ea"/>
                <a:ea typeface="+mj-ea"/>
              </a:rPr>
              <a:t>a__s 巴黎 
la F_ance 法国 
 La Pharmac_e 药店</a:t>
            </a:r>
            <a:endParaRPr lang="fr-FR" sz="8000" b="0" strike="noStrike" spc="-1" dirty="0">
              <a:solidFill>
                <a:schemeClr val="accent5">
                  <a:lumMod val="50000"/>
                </a:schemeClr>
              </a:solidFill>
              <a:latin typeface="+mj-ea"/>
              <a:ea typeface="+mj-ea"/>
            </a:endParaRPr>
          </a:p>
          <a:p>
            <a:pPr algn="l" defTabSz="457200">
              <a:lnSpc>
                <a:spcPct val="100000"/>
              </a:lnSpc>
            </a:pPr>
            <a:r>
              <a:rPr lang="fr-FR" sz="2000" b="1" strike="noStrike" spc="-1" dirty="0">
                <a:solidFill>
                  <a:schemeClr val="dk1"/>
                </a:solidFill>
                <a:latin typeface="Matura MT Script Capitals"/>
              </a:rPr>
              <a:t>                           </a:t>
            </a:r>
            <a:endParaRPr lang="fr-FR" sz="240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1" name="ZoneTexte 6"/>
          <p:cNvSpPr/>
          <p:nvPr/>
        </p:nvSpPr>
        <p:spPr>
          <a:xfrm>
            <a:off x="881449" y="4821840"/>
            <a:ext cx="10560791" cy="583321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endParaRPr lang="fr-FR" sz="3200" b="0" strike="noStrike" spc="-1" dirty="0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00" name="ZoneTexte 3"/>
          <p:cNvSpPr/>
          <p:nvPr/>
        </p:nvSpPr>
        <p:spPr>
          <a:xfrm>
            <a:off x="2545560" y="511560"/>
            <a:ext cx="7355880" cy="5630857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zh-CN" sz="7200" b="1" strike="noStrike" spc="-1" dirty="0">
                <a:solidFill>
                  <a:schemeClr val="accent5">
                    <a:lumMod val="50000"/>
                  </a:schemeClr>
                </a:solidFill>
                <a:latin typeface="Forte" panose="03060902040502070203" pitchFamily="66" charset="0"/>
              </a:rPr>
              <a:t>信望爱基督之家</a:t>
            </a:r>
            <a:endParaRPr lang="fr-FR" sz="7200" b="0" strike="noStrike" spc="-1" dirty="0">
              <a:solidFill>
                <a:schemeClr val="accent5">
                  <a:lumMod val="50000"/>
                </a:schemeClr>
              </a:solidFill>
              <a:latin typeface="Forte" panose="03060902040502070203" pitchFamily="66" charset="0"/>
            </a:endParaRPr>
          </a:p>
          <a:p>
            <a:pPr defTabSz="457200">
              <a:lnSpc>
                <a:spcPct val="100000"/>
              </a:lnSpc>
            </a:pPr>
            <a:r>
              <a:rPr lang="fr-FR" sz="3600" b="1" strike="noStrike" spc="-1" dirty="0">
                <a:solidFill>
                  <a:schemeClr val="accent5"/>
                </a:solidFill>
                <a:latin typeface="Matura MT Script Capitals"/>
              </a:rPr>
              <a:t>     </a:t>
            </a:r>
            <a:r>
              <a:rPr lang="fr-FR" sz="3200" b="1" strike="noStrike" spc="-1" dirty="0">
                <a:solidFill>
                  <a:schemeClr val="dk1"/>
                </a:solidFill>
                <a:latin typeface="Matura MT Script Capitals"/>
              </a:rPr>
              <a:t>Eglise la Maison du Christ </a:t>
            </a:r>
            <a:endParaRPr lang="fr-FR" sz="3200" b="0" strike="noStrike" spc="-1" dirty="0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endParaRPr lang="fr-FR" sz="3200" b="0" strike="noStrike" spc="-1" dirty="0">
              <a:solidFill>
                <a:srgbClr val="000000"/>
              </a:solidFill>
              <a:latin typeface="Arial"/>
            </a:endParaRPr>
          </a:p>
          <a:p>
            <a:pPr algn="l" defTabSz="457200">
              <a:lnSpc>
                <a:spcPct val="100000"/>
              </a:lnSpc>
            </a:pPr>
            <a:r>
              <a:rPr lang="fr-FR" sz="3200" b="1" strike="noStrike" spc="-1" dirty="0">
                <a:solidFill>
                  <a:schemeClr val="accent5"/>
                </a:solidFill>
                <a:latin typeface="Matura MT Script Capitals"/>
              </a:rPr>
              <a:t>         </a:t>
            </a:r>
            <a:r>
              <a:rPr lang="zh-CN" sz="4000" b="1" strike="noStrike" spc="-1" dirty="0">
                <a:solidFill>
                  <a:schemeClr val="accent5">
                    <a:lumMod val="50000"/>
                  </a:schemeClr>
                </a:solidFill>
                <a:latin typeface="Matura MT Script Capitals"/>
              </a:rPr>
              <a:t>Dictée, vous êtes prêts ?
Bonjou_ ! Vot_e coli_ est arrivé ! 
您好，您的包裹送达了
Il y a une po__e sur la tab__. 
桌子上有一个🍎</a:t>
            </a:r>
            <a:r>
              <a:rPr lang="zh-CN" sz="4000" b="1" strike="noStrike" spc="-1" dirty="0">
                <a:solidFill>
                  <a:schemeClr val="accent5">
                    <a:lumMod val="50000"/>
                  </a:schemeClr>
                </a:solidFill>
                <a:latin typeface="+mj-ea"/>
                <a:ea typeface="+mj-ea"/>
              </a:rPr>
              <a:t/>
            </a:r>
            <a:r>
              <a:rPr lang="fr-FR" altLang="zh-CN" sz="4000" b="1" strike="noStrike" spc="-1" dirty="0">
                <a:solidFill>
                  <a:schemeClr val="accent5">
                    <a:lumMod val="50000"/>
                  </a:schemeClr>
                </a:solidFill>
                <a:latin typeface="+mj-ea"/>
                <a:ea typeface="+mj-ea"/>
              </a:rPr>
              <a:t/>
            </a:r>
            <a:r>
              <a:rPr lang="zh-CN" sz="4000" b="1" strike="noStrike" spc="-1" dirty="0">
                <a:solidFill>
                  <a:schemeClr val="accent5">
                    <a:lumMod val="50000"/>
                  </a:schemeClr>
                </a:solidFill>
                <a:latin typeface="+mj-ea"/>
                <a:ea typeface="+mj-ea"/>
              </a:rPr>
              <a:t/>
            </a:r>
            <a:endParaRPr lang="fr-FR" sz="8000" b="0" strike="noStrike" spc="-1" dirty="0">
              <a:solidFill>
                <a:schemeClr val="accent5">
                  <a:lumMod val="50000"/>
                </a:schemeClr>
              </a:solidFill>
              <a:latin typeface="+mj-ea"/>
              <a:ea typeface="+mj-ea"/>
            </a:endParaRPr>
          </a:p>
          <a:p>
            <a:pPr algn="l" defTabSz="457200">
              <a:lnSpc>
                <a:spcPct val="100000"/>
              </a:lnSpc>
            </a:pPr>
            <a:r>
              <a:rPr lang="fr-FR" sz="2000" b="1" strike="noStrike" spc="-1" dirty="0">
                <a:solidFill>
                  <a:schemeClr val="dk1"/>
                </a:solidFill>
                <a:latin typeface="Matura MT Script Capitals"/>
              </a:rPr>
              <a:t>                           </a:t>
            </a:r>
            <a:r>
              <a:rPr b="1" sz="4000">
                <a:latin typeface="STXingkai"/>
              </a:rPr>
              <a:t/>
            </a:r>
            <a:r>
              <a:rPr b="1" sz="4000">
                <a:latin typeface="STXingkai"/>
              </a:rPr>
              <a:t/>
            </a:r>
            <a:endParaRPr lang="fr-FR" sz="240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1" name="ZoneTexte 6"/>
          <p:cNvSpPr/>
          <p:nvPr/>
        </p:nvSpPr>
        <p:spPr>
          <a:xfrm>
            <a:off x="881449" y="4821840"/>
            <a:ext cx="10560791" cy="583321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endParaRPr lang="fr-FR" sz="3200" b="0" strike="noStrike" spc="-1" dirty="0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ZoneTexte 3"/>
          <p:cNvSpPr/>
          <p:nvPr/>
        </p:nvSpPr>
        <p:spPr>
          <a:xfrm>
            <a:off x="2545560" y="511560"/>
            <a:ext cx="7355880" cy="624641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zh-CN" sz="7200" b="1" strike="noStrike" spc="-1" dirty="0">
                <a:solidFill>
                  <a:schemeClr val="accent5">
                    <a:lumMod val="50000"/>
                  </a:schemeClr>
                </a:solidFill>
                <a:latin typeface="Forte" panose="03060902040502070203" pitchFamily="66" charset="0"/>
              </a:rPr>
              <a:t>信望爱基督之家</a:t>
            </a:r>
            <a:endParaRPr lang="fr-FR" sz="7200" b="0" strike="noStrike" spc="-1" dirty="0">
              <a:solidFill>
                <a:schemeClr val="accent5">
                  <a:lumMod val="50000"/>
                </a:schemeClr>
              </a:solidFill>
              <a:latin typeface="Forte" panose="03060902040502070203" pitchFamily="66" charset="0"/>
            </a:endParaRPr>
          </a:p>
          <a:p>
            <a:pPr defTabSz="457200">
              <a:lnSpc>
                <a:spcPct val="100000"/>
              </a:lnSpc>
            </a:pPr>
            <a:r>
              <a:rPr lang="fr-FR" sz="3600" b="1" strike="noStrike" spc="-1" dirty="0">
                <a:solidFill>
                  <a:schemeClr val="accent5"/>
                </a:solidFill>
                <a:latin typeface="Matura MT Script Capitals"/>
              </a:rPr>
              <a:t>     </a:t>
            </a:r>
            <a:r>
              <a:rPr lang="fr-FR" sz="3200" b="1" strike="noStrike" spc="-1" dirty="0">
                <a:solidFill>
                  <a:schemeClr val="dk1"/>
                </a:solidFill>
                <a:latin typeface="Matura MT Script Capitals"/>
              </a:rPr>
              <a:t>Eglise la Maison du Christ </a:t>
            </a:r>
            <a:endParaRPr lang="fr-FR" sz="3200" b="0" strike="noStrike" spc="-1" dirty="0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endParaRPr lang="fr-FR" sz="3200" b="0" strike="noStrike" spc="-1" dirty="0">
              <a:solidFill>
                <a:srgbClr val="000000"/>
              </a:solidFill>
              <a:latin typeface="Arial"/>
            </a:endParaRPr>
          </a:p>
          <a:p>
            <a:pPr algn="l" defTabSz="457200">
              <a:lnSpc>
                <a:spcPct val="100000"/>
              </a:lnSpc>
            </a:pPr>
            <a:r>
              <a:rPr lang="fr-FR" sz="3200" b="1" strike="noStrike" spc="-1" dirty="0">
                <a:solidFill>
                  <a:schemeClr val="accent5"/>
                </a:solidFill>
                <a:latin typeface="Matura MT Script Capitals"/>
              </a:rPr>
              <a:t>         </a:t>
            </a:r>
            <a:r>
              <a:rPr lang="zh-CN" sz="4000" b="1" strike="noStrike" spc="-1" dirty="0">
                <a:solidFill>
                  <a:schemeClr val="accent5">
                    <a:lumMod val="50000"/>
                  </a:schemeClr>
                </a:solidFill>
                <a:latin typeface="Matura MT Script Capitals"/>
              </a:rPr>
              <a:t>[ɛ]     è, ê, ai   
</a:t>
            </a:r>
            <a:r>
              <a:rPr lang="zh-CN" sz="4000" b="1" strike="noStrike" spc="-1" dirty="0">
                <a:solidFill>
                  <a:schemeClr val="accent5">
                    <a:lumMod val="50000"/>
                  </a:schemeClr>
                </a:solidFill>
                <a:latin typeface="+mj-ea"/>
                <a:ea typeface="+mj-ea"/>
              </a:rPr>
              <a:t>aimer 爱
lait 牛奶, </a:t>
            </a:r>
            <a:r>
              <a:rPr lang="fr-FR" altLang="zh-CN" sz="4000" b="1" strike="noStrike" spc="-1" dirty="0">
                <a:solidFill>
                  <a:schemeClr val="accent5">
                    <a:lumMod val="50000"/>
                  </a:schemeClr>
                </a:solidFill>
                <a:latin typeface="+mj-ea"/>
                <a:ea typeface="+mj-ea"/>
              </a:rPr>
              <a:t>le </a:t>
            </a:r>
            <a:r>
              <a:rPr lang="zh-CN" sz="4000" b="1" strike="noStrike" spc="-1" dirty="0">
                <a:solidFill>
                  <a:schemeClr val="accent5">
                    <a:lumMod val="50000"/>
                  </a:schemeClr>
                </a:solidFill>
                <a:latin typeface="+mj-ea"/>
                <a:ea typeface="+mj-ea"/>
              </a:rPr>
              <a:t>café au lait 
Le Père 父亲 La mère 母亲 </a:t>
            </a:r>
            <a:endParaRPr lang="fr-FR" altLang="zh-CN" sz="4000" b="1" strike="noStrike" spc="-1" dirty="0">
              <a:solidFill>
                <a:schemeClr val="accent5">
                  <a:lumMod val="50000"/>
                </a:schemeClr>
              </a:solidFill>
              <a:latin typeface="+mj-ea"/>
              <a:ea typeface="+mj-ea"/>
            </a:endParaRPr>
          </a:p>
          <a:p>
            <a:pPr algn="l" defTabSz="457200">
              <a:lnSpc>
                <a:spcPct val="100000"/>
              </a:lnSpc>
            </a:pPr>
            <a:r>
              <a:rPr lang="zh-CN" sz="4000" b="1" strike="noStrike" spc="-1" dirty="0">
                <a:solidFill>
                  <a:schemeClr val="accent5">
                    <a:lumMod val="50000"/>
                  </a:schemeClr>
                </a:solidFill>
                <a:latin typeface="+mj-ea"/>
                <a:ea typeface="+mj-ea"/>
              </a:rPr>
              <a:t>Les Frères 兄弟 
La mer 大海</a:t>
            </a:r>
            <a:r>
              <a:rPr lang="fr-FR" altLang="zh-CN" sz="4000" b="1" strike="noStrike" spc="-1" dirty="0">
                <a:solidFill>
                  <a:schemeClr val="accent5">
                    <a:lumMod val="50000"/>
                  </a:schemeClr>
                </a:solidFill>
                <a:latin typeface="+mj-ea"/>
                <a:ea typeface="+mj-ea"/>
              </a:rPr>
              <a:t> le quai </a:t>
            </a:r>
            <a:r>
              <a:rPr lang="zh-CN" altLang="fr-FR" sz="4000" b="1" strike="noStrike" spc="-1" dirty="0">
                <a:solidFill>
                  <a:schemeClr val="accent5">
                    <a:lumMod val="50000"/>
                  </a:schemeClr>
                </a:solidFill>
                <a:latin typeface="+mj-ea"/>
                <a:ea typeface="+mj-ea"/>
              </a:rPr>
              <a:t>站台 码头</a:t>
            </a:r>
            <a:endParaRPr lang="fr-FR" sz="8000" b="0" strike="noStrike" spc="-1" dirty="0">
              <a:solidFill>
                <a:schemeClr val="accent5">
                  <a:lumMod val="50000"/>
                </a:schemeClr>
              </a:solidFill>
              <a:latin typeface="+mj-ea"/>
              <a:ea typeface="+mj-ea"/>
            </a:endParaRPr>
          </a:p>
          <a:p>
            <a:pPr algn="l" defTabSz="457200">
              <a:lnSpc>
                <a:spcPct val="100000"/>
              </a:lnSpc>
            </a:pPr>
            <a:r>
              <a:rPr lang="fr-FR" sz="2000" b="1" strike="noStrike" spc="-1" dirty="0">
                <a:solidFill>
                  <a:schemeClr val="dk1"/>
                </a:solidFill>
                <a:latin typeface="Matura MT Script Capitals"/>
              </a:rPr>
              <a:t>                           </a:t>
            </a:r>
            <a:endParaRPr lang="fr-FR" sz="240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1" name="ZoneTexte 6"/>
          <p:cNvSpPr/>
          <p:nvPr/>
        </p:nvSpPr>
        <p:spPr>
          <a:xfrm>
            <a:off x="881449" y="4821840"/>
            <a:ext cx="10560791" cy="583321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endParaRPr lang="fr-FR" sz="3200" b="0" strike="noStrike" spc="-1" dirty="0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ZoneTexte 3"/>
          <p:cNvSpPr/>
          <p:nvPr/>
        </p:nvSpPr>
        <p:spPr>
          <a:xfrm>
            <a:off x="2545560" y="511560"/>
            <a:ext cx="7355880" cy="624641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zh-CN" sz="7200" b="1" strike="noStrike" spc="-1" dirty="0">
                <a:solidFill>
                  <a:schemeClr val="accent5">
                    <a:lumMod val="50000"/>
                  </a:schemeClr>
                </a:solidFill>
                <a:latin typeface="Forte" panose="03060902040502070203" pitchFamily="66" charset="0"/>
              </a:rPr>
              <a:t>信望爱基督之家</a:t>
            </a:r>
            <a:endParaRPr lang="fr-FR" sz="7200" b="0" strike="noStrike" spc="-1" dirty="0">
              <a:solidFill>
                <a:schemeClr val="accent5">
                  <a:lumMod val="50000"/>
                </a:schemeClr>
              </a:solidFill>
              <a:latin typeface="Forte" panose="03060902040502070203" pitchFamily="66" charset="0"/>
            </a:endParaRPr>
          </a:p>
          <a:p>
            <a:pPr defTabSz="457200">
              <a:lnSpc>
                <a:spcPct val="100000"/>
              </a:lnSpc>
            </a:pPr>
            <a:r>
              <a:rPr lang="fr-FR" sz="3600" b="1" strike="noStrike" spc="-1" dirty="0">
                <a:solidFill>
                  <a:schemeClr val="accent5"/>
                </a:solidFill>
                <a:latin typeface="Matura MT Script Capitals"/>
              </a:rPr>
              <a:t>     </a:t>
            </a:r>
            <a:r>
              <a:rPr lang="fr-FR" sz="3200" b="1" strike="noStrike" spc="-1" dirty="0">
                <a:solidFill>
                  <a:schemeClr val="dk1"/>
                </a:solidFill>
                <a:latin typeface="Matura MT Script Capitals"/>
              </a:rPr>
              <a:t>Eglise la Maison du Christ </a:t>
            </a:r>
            <a:endParaRPr lang="fr-FR" sz="3200" b="0" strike="noStrike" spc="-1" dirty="0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endParaRPr lang="fr-FR" sz="3200" b="0" strike="noStrike" spc="-1" dirty="0">
              <a:solidFill>
                <a:srgbClr val="000000"/>
              </a:solidFill>
              <a:latin typeface="Arial"/>
            </a:endParaRPr>
          </a:p>
          <a:p>
            <a:pPr algn="l" defTabSz="457200">
              <a:lnSpc>
                <a:spcPct val="100000"/>
              </a:lnSpc>
            </a:pPr>
            <a:r>
              <a:rPr lang="fr-FR" sz="3200" b="1" strike="noStrike" spc="-1" dirty="0">
                <a:solidFill>
                  <a:schemeClr val="accent5"/>
                </a:solidFill>
                <a:latin typeface="Matura MT Script Capitals"/>
              </a:rPr>
              <a:t>         </a:t>
            </a:r>
            <a:r>
              <a:rPr lang="zh-CN" sz="4000" b="1" strike="noStrike" spc="-1" dirty="0">
                <a:solidFill>
                  <a:schemeClr val="accent5">
                    <a:lumMod val="50000"/>
                  </a:schemeClr>
                </a:solidFill>
                <a:latin typeface="Matura MT Script Capitals"/>
              </a:rPr>
              <a:t>[e]     é, -er, -ez -es   
</a:t>
            </a:r>
            <a:r>
              <a:rPr lang="zh-CN" sz="4000" b="1" strike="noStrike" spc="-1" dirty="0">
                <a:solidFill>
                  <a:schemeClr val="accent5">
                    <a:lumMod val="50000"/>
                  </a:schemeClr>
                </a:solidFill>
                <a:latin typeface="+mj-ea"/>
                <a:ea typeface="+mj-ea"/>
              </a:rPr>
              <a:t>été l'été 夏天
café, le café 咖啡 
l'église 教堂 
année 年 Bonne année 新年快乐
aller 去 Allez 加油</a:t>
            </a:r>
            <a:endParaRPr lang="fr-FR" sz="8000" b="0" strike="noStrike" spc="-1" dirty="0">
              <a:solidFill>
                <a:schemeClr val="accent5">
                  <a:lumMod val="50000"/>
                </a:schemeClr>
              </a:solidFill>
              <a:latin typeface="+mj-ea"/>
              <a:ea typeface="+mj-ea"/>
            </a:endParaRPr>
          </a:p>
          <a:p>
            <a:pPr algn="l" defTabSz="457200">
              <a:lnSpc>
                <a:spcPct val="100000"/>
              </a:lnSpc>
            </a:pPr>
            <a:r>
              <a:rPr lang="fr-FR" sz="2000" b="1" strike="noStrike" spc="-1" dirty="0">
                <a:solidFill>
                  <a:schemeClr val="dk1"/>
                </a:solidFill>
                <a:latin typeface="Matura MT Script Capitals"/>
              </a:rPr>
              <a:t>                           </a:t>
            </a:r>
            <a:endParaRPr lang="fr-FR" sz="240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1" name="ZoneTexte 6"/>
          <p:cNvSpPr/>
          <p:nvPr/>
        </p:nvSpPr>
        <p:spPr>
          <a:xfrm>
            <a:off x="881449" y="4821840"/>
            <a:ext cx="10560791" cy="583321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endParaRPr lang="fr-FR" sz="3200" b="0" strike="noStrike" spc="-1" dirty="0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ZoneTexte 3"/>
          <p:cNvSpPr/>
          <p:nvPr/>
        </p:nvSpPr>
        <p:spPr>
          <a:xfrm>
            <a:off x="1551398" y="511560"/>
            <a:ext cx="8350042" cy="5630857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zh-CN" sz="7200" b="1" strike="noStrike" spc="-1" dirty="0">
                <a:solidFill>
                  <a:schemeClr val="accent5">
                    <a:lumMod val="50000"/>
                  </a:schemeClr>
                </a:solidFill>
                <a:latin typeface="Forte" panose="03060902040502070203" pitchFamily="66" charset="0"/>
              </a:rPr>
              <a:t>信望爱基督之家</a:t>
            </a:r>
            <a:endParaRPr lang="fr-FR" sz="7200" b="0" strike="noStrike" spc="-1" dirty="0">
              <a:solidFill>
                <a:schemeClr val="accent5">
                  <a:lumMod val="50000"/>
                </a:schemeClr>
              </a:solidFill>
              <a:latin typeface="Forte" panose="03060902040502070203" pitchFamily="66" charset="0"/>
            </a:endParaRPr>
          </a:p>
          <a:p>
            <a:pPr defTabSz="457200">
              <a:lnSpc>
                <a:spcPct val="100000"/>
              </a:lnSpc>
            </a:pPr>
            <a:r>
              <a:rPr lang="fr-FR" sz="3600" b="1" strike="noStrike" spc="-1" dirty="0">
                <a:solidFill>
                  <a:schemeClr val="accent5"/>
                </a:solidFill>
                <a:latin typeface="Matura MT Script Capitals"/>
              </a:rPr>
              <a:t>     </a:t>
            </a:r>
            <a:r>
              <a:rPr lang="fr-FR" sz="3200" b="1" strike="noStrike" spc="-1" dirty="0">
                <a:solidFill>
                  <a:schemeClr val="dk1"/>
                </a:solidFill>
                <a:latin typeface="Matura MT Script Capitals"/>
              </a:rPr>
              <a:t>Eglise la Maison du Christ </a:t>
            </a:r>
            <a:endParaRPr lang="fr-FR" sz="3200" b="0" strike="noStrike" spc="-1" dirty="0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endParaRPr lang="fr-FR" sz="3200" b="0" strike="noStrike" spc="-1" dirty="0">
              <a:solidFill>
                <a:srgbClr val="000000"/>
              </a:solidFill>
              <a:latin typeface="Arial"/>
            </a:endParaRPr>
          </a:p>
          <a:p>
            <a:pPr algn="l" defTabSz="457200">
              <a:lnSpc>
                <a:spcPct val="100000"/>
              </a:lnSpc>
            </a:pPr>
            <a:r>
              <a:rPr lang="fr-FR" sz="3200" b="1" strike="noStrike" spc="-1" dirty="0">
                <a:solidFill>
                  <a:schemeClr val="accent5"/>
                </a:solidFill>
                <a:latin typeface="Matura MT Script Capitals"/>
              </a:rPr>
              <a:t>         </a:t>
            </a:r>
            <a:r>
              <a:rPr lang="zh-CN" sz="4000" b="1" strike="noStrike" spc="-1" dirty="0">
                <a:solidFill>
                  <a:schemeClr val="accent5">
                    <a:lumMod val="50000"/>
                  </a:schemeClr>
                </a:solidFill>
                <a:latin typeface="Matura MT Script Capitals"/>
              </a:rPr>
              <a:t>一些基础的句子   
</a:t>
            </a:r>
            <a:r>
              <a:rPr lang="zh-CN" sz="4000" b="1" strike="noStrike" spc="-1" dirty="0">
                <a:solidFill>
                  <a:schemeClr val="accent5">
                    <a:lumMod val="50000"/>
                  </a:schemeClr>
                </a:solidFill>
                <a:latin typeface="+mj-ea"/>
                <a:ea typeface="+mj-ea"/>
              </a:rPr>
              <a:t>J'aime le café au lait 我爱牛奶咖啡
J'aime la mer 我爱大海 
J'aime ma mère 我爱我的妈妈
Vous êtes prêts ? 你们准备好了吗?</a:t>
            </a:r>
            <a:endParaRPr lang="fr-FR" sz="8000" b="0" strike="noStrike" spc="-1" dirty="0">
              <a:solidFill>
                <a:schemeClr val="accent5">
                  <a:lumMod val="50000"/>
                </a:schemeClr>
              </a:solidFill>
              <a:latin typeface="+mj-ea"/>
              <a:ea typeface="+mj-ea"/>
            </a:endParaRPr>
          </a:p>
          <a:p>
            <a:pPr algn="l" defTabSz="457200">
              <a:lnSpc>
                <a:spcPct val="100000"/>
              </a:lnSpc>
            </a:pPr>
            <a:r>
              <a:rPr lang="fr-FR" sz="2000" b="1" strike="noStrike" spc="-1" dirty="0">
                <a:solidFill>
                  <a:schemeClr val="dk1"/>
                </a:solidFill>
                <a:latin typeface="Matura MT Script Capitals"/>
              </a:rPr>
              <a:t>                           </a:t>
            </a:r>
            <a:endParaRPr lang="fr-FR" sz="240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1" name="ZoneTexte 6"/>
          <p:cNvSpPr/>
          <p:nvPr/>
        </p:nvSpPr>
        <p:spPr>
          <a:xfrm>
            <a:off x="881449" y="4821840"/>
            <a:ext cx="10560791" cy="583321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endParaRPr lang="fr-FR" sz="3200" b="0" strike="noStrike" spc="-1" dirty="0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ZoneTexte 3"/>
          <p:cNvSpPr/>
          <p:nvPr/>
        </p:nvSpPr>
        <p:spPr>
          <a:xfrm>
            <a:off x="2545560" y="511560"/>
            <a:ext cx="7355880" cy="624641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zh-CN" sz="7200" b="1" strike="noStrike" spc="-1" dirty="0">
                <a:solidFill>
                  <a:schemeClr val="accent5">
                    <a:lumMod val="50000"/>
                  </a:schemeClr>
                </a:solidFill>
                <a:latin typeface="Forte" panose="03060902040502070203" pitchFamily="66" charset="0"/>
              </a:rPr>
              <a:t>信望爱基督之家</a:t>
            </a:r>
            <a:endParaRPr lang="fr-FR" sz="7200" b="0" strike="noStrike" spc="-1" dirty="0">
              <a:solidFill>
                <a:schemeClr val="accent5">
                  <a:lumMod val="50000"/>
                </a:schemeClr>
              </a:solidFill>
              <a:latin typeface="Forte" panose="03060902040502070203" pitchFamily="66" charset="0"/>
            </a:endParaRPr>
          </a:p>
          <a:p>
            <a:pPr defTabSz="457200">
              <a:lnSpc>
                <a:spcPct val="100000"/>
              </a:lnSpc>
            </a:pPr>
            <a:r>
              <a:rPr lang="fr-FR" sz="3600" b="1" strike="noStrike" spc="-1" dirty="0">
                <a:solidFill>
                  <a:schemeClr val="accent5"/>
                </a:solidFill>
                <a:latin typeface="Matura MT Script Capitals"/>
              </a:rPr>
              <a:t>     </a:t>
            </a:r>
            <a:r>
              <a:rPr lang="fr-FR" sz="3200" b="1" strike="noStrike" spc="-1" dirty="0">
                <a:solidFill>
                  <a:schemeClr val="dk1"/>
                </a:solidFill>
                <a:latin typeface="Matura MT Script Capitals"/>
              </a:rPr>
              <a:t>Eglise la Maison du Christ </a:t>
            </a:r>
            <a:endParaRPr lang="fr-FR" sz="3200" b="0" strike="noStrike" spc="-1" dirty="0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endParaRPr lang="fr-FR" sz="3200" b="0" strike="noStrike" spc="-1" dirty="0">
              <a:solidFill>
                <a:srgbClr val="000000"/>
              </a:solidFill>
              <a:latin typeface="Arial"/>
            </a:endParaRPr>
          </a:p>
          <a:p>
            <a:pPr algn="l" defTabSz="457200">
              <a:lnSpc>
                <a:spcPct val="100000"/>
              </a:lnSpc>
            </a:pPr>
            <a:r>
              <a:rPr lang="fr-FR" sz="3200" b="1" strike="noStrike" spc="-1" dirty="0">
                <a:solidFill>
                  <a:schemeClr val="accent5"/>
                </a:solidFill>
                <a:latin typeface="Matura MT Script Capitals"/>
              </a:rPr>
              <a:t>         </a:t>
            </a:r>
            <a:r>
              <a:rPr lang="zh-CN" sz="4000" b="1" strike="noStrike" spc="-1" dirty="0">
                <a:solidFill>
                  <a:schemeClr val="accent5">
                    <a:lumMod val="50000"/>
                  </a:schemeClr>
                </a:solidFill>
                <a:latin typeface="Matura MT Script Capitals"/>
              </a:rPr>
              <a:t>Dictée Vous êtes prêts? 听写测试，准备好了吗?   
</a:t>
            </a:r>
            <a:r>
              <a:rPr lang="zh-CN" sz="4000" b="1" strike="noStrike" spc="-1" dirty="0">
                <a:solidFill>
                  <a:schemeClr val="accent5">
                    <a:lumMod val="50000"/>
                  </a:schemeClr>
                </a:solidFill>
                <a:latin typeface="+mj-ea"/>
                <a:ea typeface="+mj-ea"/>
              </a:rPr>
              <a:t>J'__me la France 我爱法国
Je suis pr_t,e ! 我准备好了
 All__ OM ! 加油马赛! 
 Bonne ann_e ! 新年快乐！</a:t>
            </a:r>
            <a:endParaRPr lang="fr-FR" sz="8000" b="0" strike="noStrike" spc="-1" dirty="0">
              <a:solidFill>
                <a:schemeClr val="accent5">
                  <a:lumMod val="50000"/>
                </a:schemeClr>
              </a:solidFill>
              <a:latin typeface="+mj-ea"/>
              <a:ea typeface="+mj-ea"/>
            </a:endParaRPr>
          </a:p>
          <a:p>
            <a:pPr algn="l" defTabSz="457200">
              <a:lnSpc>
                <a:spcPct val="100000"/>
              </a:lnSpc>
            </a:pPr>
            <a:r>
              <a:rPr lang="fr-FR" sz="2000" b="1" strike="noStrike" spc="-1" dirty="0">
                <a:solidFill>
                  <a:schemeClr val="dk1"/>
                </a:solidFill>
                <a:latin typeface="Matura MT Script Capitals"/>
              </a:rPr>
              <a:t>                           </a:t>
            </a:r>
            <a:endParaRPr lang="fr-FR" sz="240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1" name="ZoneTexte 6"/>
          <p:cNvSpPr/>
          <p:nvPr/>
        </p:nvSpPr>
        <p:spPr>
          <a:xfrm>
            <a:off x="881449" y="4821840"/>
            <a:ext cx="10560791" cy="583321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endParaRPr lang="fr-FR" sz="3200" b="0" strike="noStrike" spc="-1" dirty="0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ZoneTexte 3"/>
          <p:cNvSpPr/>
          <p:nvPr/>
        </p:nvSpPr>
        <p:spPr>
          <a:xfrm>
            <a:off x="2545560" y="511560"/>
            <a:ext cx="7355880" cy="6369521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zh-CN" sz="7200" b="1" strike="noStrike" spc="-1" dirty="0">
                <a:solidFill>
                  <a:schemeClr val="accent5">
                    <a:lumMod val="50000"/>
                  </a:schemeClr>
                </a:solidFill>
                <a:latin typeface="Forte" panose="03060902040502070203" pitchFamily="66" charset="0"/>
              </a:rPr>
              <a:t>信望爱基督之家</a:t>
            </a:r>
            <a:endParaRPr lang="fr-FR" sz="7200" b="0" strike="noStrike" spc="-1" dirty="0">
              <a:solidFill>
                <a:schemeClr val="accent5">
                  <a:lumMod val="50000"/>
                </a:schemeClr>
              </a:solidFill>
              <a:latin typeface="Forte" panose="03060902040502070203" pitchFamily="66" charset="0"/>
            </a:endParaRPr>
          </a:p>
          <a:p>
            <a:pPr defTabSz="457200">
              <a:lnSpc>
                <a:spcPct val="100000"/>
              </a:lnSpc>
            </a:pPr>
            <a:r>
              <a:rPr lang="fr-FR" sz="3600" b="1" strike="noStrike" spc="-1" dirty="0">
                <a:solidFill>
                  <a:schemeClr val="accent5"/>
                </a:solidFill>
                <a:latin typeface="Matura MT Script Capitals"/>
              </a:rPr>
              <a:t>     </a:t>
            </a:r>
            <a:r>
              <a:rPr lang="fr-FR" sz="3200" b="1" strike="noStrike" spc="-1" dirty="0">
                <a:solidFill>
                  <a:schemeClr val="dk1"/>
                </a:solidFill>
                <a:latin typeface="Matura MT Script Capitals"/>
              </a:rPr>
              <a:t>Eglise la Maison du Christ </a:t>
            </a:r>
            <a:endParaRPr lang="fr-FR" sz="3200" b="0" strike="noStrike" spc="-1" dirty="0">
              <a:solidFill>
                <a:srgbClr val="000000"/>
              </a:solidFill>
              <a:latin typeface="Arial"/>
            </a:endParaRPr>
          </a:p>
          <a:p>
            <a:pPr algn="l" defTabSz="457200">
              <a:lnSpc>
                <a:spcPct val="100000"/>
              </a:lnSpc>
            </a:pPr>
            <a:r>
              <a:rPr lang="fr-FR" sz="3200" b="1" strike="noStrike" spc="-1" dirty="0">
                <a:solidFill>
                  <a:schemeClr val="accent5"/>
                </a:solidFill>
                <a:latin typeface="Matura MT Script Capitals"/>
              </a:rPr>
              <a:t>         </a:t>
            </a:r>
            <a:r>
              <a:rPr lang="zh-CN" sz="4000" b="1" strike="noStrike" spc="-1" dirty="0">
                <a:solidFill>
                  <a:schemeClr val="accent5">
                    <a:lumMod val="50000"/>
                  </a:schemeClr>
                </a:solidFill>
                <a:latin typeface="Matura MT Script Capitals"/>
              </a:rPr>
              <a:t>一点复盘 
1 还有很多词也是这些发音，课下请寻找并练习 
2 在法语中，事务不是单独出现的，总是有le la les l‘</a:t>
            </a:r>
            <a:r>
              <a:rPr lang="zh-CN" altLang="fr-FR" sz="4000" b="1" strike="noStrike" spc="-1" dirty="0">
                <a:solidFill>
                  <a:schemeClr val="accent5">
                    <a:lumMod val="50000"/>
                  </a:schemeClr>
                </a:solidFill>
                <a:latin typeface="Matura MT Script Capitals"/>
              </a:rPr>
              <a:t>或者</a:t>
            </a:r>
            <a:r>
              <a:rPr lang="fr-FR" altLang="zh-CN" sz="4000" b="1" strike="noStrike" spc="-1" dirty="0">
                <a:solidFill>
                  <a:schemeClr val="accent5">
                    <a:lumMod val="50000"/>
                  </a:schemeClr>
                </a:solidFill>
                <a:latin typeface="Matura MT Script Capitals"/>
              </a:rPr>
              <a:t>un une</a:t>
            </a:r>
            <a:r>
              <a:rPr lang="zh-CN" sz="4000" b="1" strike="noStrike" spc="-1" dirty="0">
                <a:solidFill>
                  <a:schemeClr val="accent5">
                    <a:lumMod val="50000"/>
                  </a:schemeClr>
                </a:solidFill>
                <a:latin typeface="Matura MT Script Capitals"/>
              </a:rPr>
              <a:t>在前面，就像人必须穿上衣服才可以出门</a:t>
            </a:r>
            <a:endParaRPr lang="fr-FR" sz="8000" b="0" strike="noStrike" spc="-1" dirty="0">
              <a:solidFill>
                <a:schemeClr val="accent5">
                  <a:lumMod val="50000"/>
                </a:schemeClr>
              </a:solidFill>
              <a:latin typeface="Arial"/>
            </a:endParaRPr>
          </a:p>
          <a:p>
            <a:pPr algn="l" defTabSz="457200">
              <a:lnSpc>
                <a:spcPct val="100000"/>
              </a:lnSpc>
            </a:pPr>
            <a:r>
              <a:rPr lang="fr-FR" sz="2000" b="1" strike="noStrike" spc="-1" dirty="0">
                <a:solidFill>
                  <a:schemeClr val="dk1"/>
                </a:solidFill>
                <a:latin typeface="Matura MT Script Capitals"/>
              </a:rPr>
              <a:t>                           </a:t>
            </a:r>
            <a:endParaRPr lang="fr-FR" sz="240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1" name="ZoneTexte 6"/>
          <p:cNvSpPr/>
          <p:nvPr/>
        </p:nvSpPr>
        <p:spPr>
          <a:xfrm>
            <a:off x="881449" y="4821840"/>
            <a:ext cx="10560791" cy="583321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endParaRPr lang="fr-FR" sz="3200" b="0" strike="noStrike" spc="-1" dirty="0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ZoneTexte 3"/>
          <p:cNvSpPr/>
          <p:nvPr/>
        </p:nvSpPr>
        <p:spPr>
          <a:xfrm>
            <a:off x="2545560" y="511560"/>
            <a:ext cx="7355880" cy="3845753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zh-CN" sz="7200" b="1" strike="noStrike" spc="-1" dirty="0">
                <a:solidFill>
                  <a:schemeClr val="accent5">
                    <a:lumMod val="50000"/>
                  </a:schemeClr>
                </a:solidFill>
                <a:latin typeface="Forte" panose="03060902040502070203" pitchFamily="66" charset="0"/>
              </a:rPr>
              <a:t>信望爱基督之家</a:t>
            </a:r>
            <a:endParaRPr lang="fr-FR" sz="7200" b="0" strike="noStrike" spc="-1" dirty="0">
              <a:solidFill>
                <a:schemeClr val="accent5">
                  <a:lumMod val="50000"/>
                </a:schemeClr>
              </a:solidFill>
              <a:latin typeface="Forte" panose="03060902040502070203" pitchFamily="66" charset="0"/>
            </a:endParaRPr>
          </a:p>
          <a:p>
            <a:pPr defTabSz="457200">
              <a:lnSpc>
                <a:spcPct val="100000"/>
              </a:lnSpc>
            </a:pPr>
            <a:r>
              <a:rPr lang="fr-FR" sz="3600" b="1" strike="noStrike" spc="-1" dirty="0">
                <a:solidFill>
                  <a:schemeClr val="accent5"/>
                </a:solidFill>
                <a:latin typeface="Matura MT Script Capitals"/>
              </a:rPr>
              <a:t>     </a:t>
            </a:r>
            <a:r>
              <a:rPr lang="fr-FR" sz="3200" b="1" strike="noStrike" spc="-1" dirty="0">
                <a:solidFill>
                  <a:schemeClr val="dk1"/>
                </a:solidFill>
                <a:latin typeface="Matura MT Script Capitals"/>
              </a:rPr>
              <a:t>Eglise la Maison du Christ </a:t>
            </a:r>
            <a:endParaRPr lang="fr-FR" sz="3200" b="0" strike="noStrike" spc="-1" dirty="0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endParaRPr lang="fr-FR" sz="3200" b="0" strike="noStrike" spc="-1" dirty="0">
              <a:solidFill>
                <a:srgbClr val="000000"/>
              </a:solidFill>
              <a:latin typeface="Arial"/>
            </a:endParaRPr>
          </a:p>
          <a:p>
            <a:pPr algn="l" defTabSz="457200">
              <a:lnSpc>
                <a:spcPct val="100000"/>
              </a:lnSpc>
            </a:pPr>
            <a:r>
              <a:rPr lang="fr-FR" sz="3200" b="1" strike="noStrike" spc="-1" dirty="0">
                <a:solidFill>
                  <a:schemeClr val="accent5"/>
                </a:solidFill>
                <a:latin typeface="Matura MT Script Capitals"/>
              </a:rPr>
              <a:t>         </a:t>
            </a:r>
            <a:r>
              <a:rPr lang="zh-CN" sz="4000" b="1" strike="noStrike" spc="-1" dirty="0">
                <a:solidFill>
                  <a:schemeClr val="accent5">
                    <a:lumMod val="50000"/>
                  </a:schemeClr>
                </a:solidFill>
                <a:latin typeface="Matura MT Script Capitals"/>
              </a:rPr>
              <a:t>一点复盘 
3 法语的句子结构不难，就是 
- 某人某物做了某事 
- 某人某物是什么</a:t>
            </a:r>
            <a:endParaRPr lang="fr-FR" sz="8000" b="0" strike="noStrike" spc="-1" dirty="0">
              <a:solidFill>
                <a:schemeClr val="accent5">
                  <a:lumMod val="50000"/>
                </a:schemeClr>
              </a:solidFill>
              <a:latin typeface="Arial"/>
            </a:endParaRPr>
          </a:p>
          <a:p>
            <a:pPr algn="l" defTabSz="457200">
              <a:lnSpc>
                <a:spcPct val="100000"/>
              </a:lnSpc>
            </a:pPr>
            <a:r>
              <a:rPr lang="fr-FR" sz="2000" b="1" strike="noStrike" spc="-1">
                <a:solidFill>
                  <a:schemeClr val="dk1"/>
                </a:solidFill>
                <a:latin typeface="Matura MT Script Capitals"/>
              </a:rPr>
              <a:t>                           </a:t>
            </a:r>
            <a:endParaRPr lang="fr-FR" sz="240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1" name="ZoneTexte 6"/>
          <p:cNvSpPr/>
          <p:nvPr/>
        </p:nvSpPr>
        <p:spPr>
          <a:xfrm>
            <a:off x="881449" y="4821840"/>
            <a:ext cx="10560791" cy="583321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endParaRPr lang="fr-FR" sz="3200" b="0" strike="noStrike" spc="-1" dirty="0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ZoneTexte 3"/>
          <p:cNvSpPr/>
          <p:nvPr/>
        </p:nvSpPr>
        <p:spPr>
          <a:xfrm>
            <a:off x="2545560" y="511560"/>
            <a:ext cx="7355880" cy="6369521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zh-CN" sz="7200" b="1" strike="noStrike" spc="-1" dirty="0">
                <a:solidFill>
                  <a:schemeClr val="accent5">
                    <a:lumMod val="50000"/>
                  </a:schemeClr>
                </a:solidFill>
                <a:latin typeface="Forte" panose="03060902040502070203" pitchFamily="66" charset="0"/>
              </a:rPr>
              <a:t>信望爱基督之家</a:t>
            </a:r>
            <a:endParaRPr lang="fr-FR" sz="7200" b="0" strike="noStrike" spc="-1" dirty="0">
              <a:solidFill>
                <a:schemeClr val="accent5">
                  <a:lumMod val="50000"/>
                </a:schemeClr>
              </a:solidFill>
              <a:latin typeface="Forte" panose="03060902040502070203" pitchFamily="66" charset="0"/>
            </a:endParaRPr>
          </a:p>
          <a:p>
            <a:pPr defTabSz="457200">
              <a:lnSpc>
                <a:spcPct val="100000"/>
              </a:lnSpc>
            </a:pPr>
            <a:r>
              <a:rPr lang="fr-FR" sz="3600" b="1" strike="noStrike" spc="-1" dirty="0">
                <a:solidFill>
                  <a:schemeClr val="accent5"/>
                </a:solidFill>
                <a:latin typeface="Matura MT Script Capitals"/>
              </a:rPr>
              <a:t>     </a:t>
            </a:r>
            <a:r>
              <a:rPr lang="fr-FR" sz="3200" b="1" strike="noStrike" spc="-1" dirty="0">
                <a:solidFill>
                  <a:schemeClr val="dk1"/>
                </a:solidFill>
                <a:latin typeface="Matura MT Script Capitals"/>
              </a:rPr>
              <a:t>Eglise la Maison du Christ </a:t>
            </a:r>
            <a:endParaRPr lang="fr-FR" sz="3200" b="0" strike="noStrike" spc="-1" dirty="0">
              <a:solidFill>
                <a:srgbClr val="000000"/>
              </a:solidFill>
              <a:latin typeface="Arial"/>
            </a:endParaRPr>
          </a:p>
          <a:p>
            <a:pPr algn="l" defTabSz="457200">
              <a:lnSpc>
                <a:spcPct val="100000"/>
              </a:lnSpc>
            </a:pPr>
            <a:r>
              <a:rPr lang="fr-FR" sz="3200" b="1" strike="noStrike" spc="-1" dirty="0">
                <a:solidFill>
                  <a:schemeClr val="accent5"/>
                </a:solidFill>
                <a:latin typeface="Matura MT Script Capitals"/>
              </a:rPr>
              <a:t>         </a:t>
            </a:r>
            <a:r>
              <a:rPr lang="zh-CN" sz="4000" b="1" strike="noStrike" spc="-1" dirty="0">
                <a:solidFill>
                  <a:schemeClr val="accent5">
                    <a:lumMod val="50000"/>
                  </a:schemeClr>
                </a:solidFill>
                <a:latin typeface="Matura MT Script Capitals"/>
              </a:rPr>
              <a:t>[a]  a, à 
</a:t>
            </a:r>
            <a:r>
              <a:rPr lang="zh-CN" sz="4000" b="1" strike="noStrike" spc="-1" dirty="0">
                <a:solidFill>
                  <a:schemeClr val="accent5">
                    <a:lumMod val="50000"/>
                  </a:schemeClr>
                </a:solidFill>
                <a:latin typeface="+mj-ea"/>
                <a:ea typeface="+mj-ea"/>
              </a:rPr>
              <a:t>l'année </a:t>
            </a:r>
            <a:r>
              <a:rPr lang="zh-CN" sz="4000" b="1" strike="noStrike" spc="-1" dirty="0">
                <a:solidFill>
                  <a:schemeClr val="accent5">
                    <a:lumMod val="50000"/>
                  </a:schemeClr>
                </a:solidFill>
                <a:latin typeface="Matura MT Script Capitals"/>
              </a:rPr>
              <a:t>年
</a:t>
            </a:r>
            <a:r>
              <a:rPr lang="zh-CN" sz="4000" b="1" strike="noStrike" spc="-1" dirty="0">
                <a:solidFill>
                  <a:schemeClr val="accent5">
                    <a:lumMod val="50000"/>
                  </a:schemeClr>
                </a:solidFill>
                <a:latin typeface="+mj-ea"/>
                <a:ea typeface="+mj-ea"/>
              </a:rPr>
              <a:t>Voilà 就是这样 
Tu es là? 你在吗？
Je suis là 我在 
ça va? 你好吗？ça va. 我很好
Je m'appelle 我叫</a:t>
            </a:r>
            <a:endParaRPr lang="fr-FR" sz="8000" b="0" strike="noStrike" spc="-1" dirty="0">
              <a:solidFill>
                <a:schemeClr val="accent5">
                  <a:lumMod val="50000"/>
                </a:schemeClr>
              </a:solidFill>
              <a:latin typeface="+mj-ea"/>
              <a:ea typeface="+mj-ea"/>
            </a:endParaRPr>
          </a:p>
          <a:p>
            <a:pPr algn="l" defTabSz="457200">
              <a:lnSpc>
                <a:spcPct val="100000"/>
              </a:lnSpc>
            </a:pPr>
            <a:r>
              <a:rPr lang="fr-FR" sz="2000" b="1" strike="noStrike" spc="-1" dirty="0">
                <a:solidFill>
                  <a:schemeClr val="dk1"/>
                </a:solidFill>
                <a:latin typeface="Matura MT Script Capitals"/>
              </a:rPr>
              <a:t>                           </a:t>
            </a:r>
            <a:endParaRPr lang="fr-FR" sz="240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1" name="ZoneTexte 6"/>
          <p:cNvSpPr/>
          <p:nvPr/>
        </p:nvSpPr>
        <p:spPr>
          <a:xfrm>
            <a:off x="881449" y="4821840"/>
            <a:ext cx="10560791" cy="583321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endParaRPr lang="fr-FR" sz="3200" b="0" strike="noStrike" spc="-1" dirty="0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ZoneTexte 3"/>
          <p:cNvSpPr/>
          <p:nvPr/>
        </p:nvSpPr>
        <p:spPr>
          <a:xfrm>
            <a:off x="2545560" y="511560"/>
            <a:ext cx="7355880" cy="6861963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zh-CN" sz="7200" b="1" strike="noStrike" spc="-1" dirty="0">
                <a:solidFill>
                  <a:schemeClr val="accent5">
                    <a:lumMod val="50000"/>
                  </a:schemeClr>
                </a:solidFill>
                <a:latin typeface="Forte" panose="03060902040502070203" pitchFamily="66" charset="0"/>
              </a:rPr>
              <a:t>信望爱基督之家</a:t>
            </a:r>
            <a:endParaRPr lang="fr-FR" sz="7200" b="0" strike="noStrike" spc="-1" dirty="0">
              <a:solidFill>
                <a:schemeClr val="accent5">
                  <a:lumMod val="50000"/>
                </a:schemeClr>
              </a:solidFill>
              <a:latin typeface="Forte" panose="03060902040502070203" pitchFamily="66" charset="0"/>
            </a:endParaRPr>
          </a:p>
          <a:p>
            <a:pPr defTabSz="457200">
              <a:lnSpc>
                <a:spcPct val="100000"/>
              </a:lnSpc>
            </a:pPr>
            <a:r>
              <a:rPr lang="fr-FR" sz="3600" b="1" strike="noStrike" spc="-1" dirty="0">
                <a:solidFill>
                  <a:schemeClr val="accent5"/>
                </a:solidFill>
                <a:latin typeface="Matura MT Script Capitals"/>
              </a:rPr>
              <a:t>     </a:t>
            </a:r>
            <a:r>
              <a:rPr lang="fr-FR" sz="3200" b="1" strike="noStrike" spc="-1" dirty="0">
                <a:solidFill>
                  <a:schemeClr val="dk1"/>
                </a:solidFill>
                <a:latin typeface="Matura MT Script Capitals"/>
              </a:rPr>
              <a:t>Eglise la Maison du Christ </a:t>
            </a:r>
            <a:endParaRPr lang="fr-FR" sz="3200" b="0" strike="noStrike" spc="-1" dirty="0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endParaRPr lang="fr-FR" sz="3200" b="0" strike="noStrike" spc="-1" dirty="0">
              <a:solidFill>
                <a:srgbClr val="000000"/>
              </a:solidFill>
              <a:latin typeface="Arial"/>
            </a:endParaRPr>
          </a:p>
          <a:p>
            <a:pPr algn="l" defTabSz="457200">
              <a:lnSpc>
                <a:spcPct val="100000"/>
              </a:lnSpc>
            </a:pPr>
            <a:r>
              <a:rPr lang="fr-FR" sz="3200" b="1" strike="noStrike" spc="-1" dirty="0">
                <a:solidFill>
                  <a:schemeClr val="accent5"/>
                </a:solidFill>
                <a:latin typeface="Matura MT Script Capitals"/>
              </a:rPr>
              <a:t>         </a:t>
            </a:r>
            <a:r>
              <a:rPr lang="zh-CN" sz="4000" b="1" strike="noStrike" spc="-1" dirty="0">
                <a:solidFill>
                  <a:schemeClr val="accent5">
                    <a:lumMod val="50000"/>
                  </a:schemeClr>
                </a:solidFill>
                <a:latin typeface="Matura MT Script Capitals"/>
              </a:rPr>
              <a:t>[y]  u, û 
</a:t>
            </a:r>
            <a:r>
              <a:rPr lang="zh-CN" sz="4000" b="1" strike="noStrike" spc="-1" dirty="0">
                <a:solidFill>
                  <a:schemeClr val="accent5">
                    <a:lumMod val="50000"/>
                  </a:schemeClr>
                </a:solidFill>
                <a:latin typeface="+mj-ea"/>
                <a:ea typeface="+mj-ea"/>
              </a:rPr>
              <a:t>La Rue 街道
La Préfecture 警察局 
Salut ça va?</a:t>
            </a:r>
            <a:r>
              <a:rPr lang="zh-CN" altLang="fr-FR" sz="4000" b="1" strike="noStrike" spc="-1" dirty="0">
                <a:solidFill>
                  <a:schemeClr val="accent5">
                    <a:lumMod val="50000"/>
                  </a:schemeClr>
                </a:solidFill>
                <a:latin typeface="+mj-ea"/>
                <a:ea typeface="+mj-ea"/>
              </a:rPr>
              <a:t>你好，你好吗</a:t>
            </a:r>
            <a:r>
              <a:rPr lang="zh-CN" sz="4000" b="1" strike="noStrike" spc="-1" dirty="0">
                <a:solidFill>
                  <a:schemeClr val="accent5">
                    <a:lumMod val="50000"/>
                  </a:schemeClr>
                </a:solidFill>
                <a:latin typeface="+mj-ea"/>
                <a:ea typeface="+mj-ea"/>
              </a:rPr>
              <a:t>
Bien Sûr! 当然
Dessus 上面
Le Bureau 办公室</a:t>
            </a:r>
            <a:endParaRPr lang="fr-FR" sz="8000" b="0" strike="noStrike" spc="-1" dirty="0">
              <a:solidFill>
                <a:schemeClr val="accent5">
                  <a:lumMod val="50000"/>
                </a:schemeClr>
              </a:solidFill>
              <a:latin typeface="+mj-ea"/>
              <a:ea typeface="+mj-ea"/>
            </a:endParaRPr>
          </a:p>
          <a:p>
            <a:pPr algn="l" defTabSz="457200">
              <a:lnSpc>
                <a:spcPct val="100000"/>
              </a:lnSpc>
            </a:pPr>
            <a:r>
              <a:rPr lang="fr-FR" sz="2000" b="1" strike="noStrike" spc="-1" dirty="0">
                <a:solidFill>
                  <a:schemeClr val="dk1"/>
                </a:solidFill>
                <a:latin typeface="Matura MT Script Capitals"/>
              </a:rPr>
              <a:t>                           </a:t>
            </a:r>
            <a:endParaRPr lang="fr-FR" sz="240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1" name="ZoneTexte 6"/>
          <p:cNvSpPr/>
          <p:nvPr/>
        </p:nvSpPr>
        <p:spPr>
          <a:xfrm>
            <a:off x="881449" y="4821840"/>
            <a:ext cx="10560791" cy="583321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endParaRPr lang="fr-FR" sz="3200" b="0" strike="noStrike" spc="-1" dirty="0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ZoneTexte 3"/>
          <p:cNvSpPr/>
          <p:nvPr/>
        </p:nvSpPr>
        <p:spPr>
          <a:xfrm>
            <a:off x="2545560" y="511560"/>
            <a:ext cx="7355880" cy="624641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zh-CN" sz="7200" b="1" strike="noStrike" spc="-1" dirty="0">
                <a:solidFill>
                  <a:schemeClr val="accent5">
                    <a:lumMod val="50000"/>
                  </a:schemeClr>
                </a:solidFill>
                <a:latin typeface="Forte" panose="03060902040502070203" pitchFamily="66" charset="0"/>
              </a:rPr>
              <a:t>信望爱基督之家</a:t>
            </a:r>
            <a:endParaRPr lang="fr-FR" sz="7200" b="0" strike="noStrike" spc="-1" dirty="0">
              <a:solidFill>
                <a:schemeClr val="accent5">
                  <a:lumMod val="50000"/>
                </a:schemeClr>
              </a:solidFill>
              <a:latin typeface="Forte" panose="03060902040502070203" pitchFamily="66" charset="0"/>
            </a:endParaRPr>
          </a:p>
          <a:p>
            <a:pPr defTabSz="457200">
              <a:lnSpc>
                <a:spcPct val="100000"/>
              </a:lnSpc>
            </a:pPr>
            <a:r>
              <a:rPr lang="fr-FR" sz="3600" b="1" strike="noStrike" spc="-1" dirty="0">
                <a:solidFill>
                  <a:schemeClr val="accent5"/>
                </a:solidFill>
                <a:latin typeface="Matura MT Script Capitals"/>
              </a:rPr>
              <a:t>     </a:t>
            </a:r>
            <a:r>
              <a:rPr lang="fr-FR" sz="3200" b="1" strike="noStrike" spc="-1" dirty="0">
                <a:solidFill>
                  <a:schemeClr val="dk1"/>
                </a:solidFill>
                <a:latin typeface="Matura MT Script Capitals"/>
              </a:rPr>
              <a:t>Eglise la Maison du Christ </a:t>
            </a:r>
            <a:endParaRPr lang="fr-FR" sz="3200" b="0" strike="noStrike" spc="-1" dirty="0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endParaRPr lang="fr-FR" sz="3200" b="0" strike="noStrike" spc="-1" dirty="0">
              <a:solidFill>
                <a:srgbClr val="000000"/>
              </a:solidFill>
              <a:latin typeface="Arial"/>
            </a:endParaRPr>
          </a:p>
          <a:p>
            <a:pPr algn="l" defTabSz="457200">
              <a:lnSpc>
                <a:spcPct val="100000"/>
              </a:lnSpc>
            </a:pPr>
            <a:r>
              <a:rPr lang="fr-FR" sz="3200" b="1" strike="noStrike" spc="-1" dirty="0">
                <a:solidFill>
                  <a:schemeClr val="accent5"/>
                </a:solidFill>
                <a:latin typeface="Matura MT Script Capitals"/>
              </a:rPr>
              <a:t>         </a:t>
            </a:r>
            <a:r>
              <a:rPr lang="zh-CN" sz="4000" b="1" strike="noStrike" spc="-1" dirty="0">
                <a:solidFill>
                  <a:schemeClr val="accent5">
                    <a:lumMod val="50000"/>
                  </a:schemeClr>
                </a:solidFill>
                <a:latin typeface="Matura MT Script Capitals"/>
              </a:rPr>
              <a:t>[i]  i, y, î 
</a:t>
            </a:r>
            <a:r>
              <a:rPr lang="zh-CN" sz="4000" b="1" strike="noStrike" spc="-1" dirty="0">
                <a:solidFill>
                  <a:schemeClr val="accent5">
                    <a:lumMod val="50000"/>
                  </a:schemeClr>
                </a:solidFill>
                <a:latin typeface="+mj-ea"/>
                <a:ea typeface="+mj-ea"/>
              </a:rPr>
              <a:t>Le Stylo 水笔
Paris 巴黎 
Le riz 米饭
Saint Denis 93省的名字
l'île de France 法兰西岛</a:t>
            </a:r>
            <a:endParaRPr lang="fr-FR" sz="8000" b="0" strike="noStrike" spc="-1" dirty="0">
              <a:solidFill>
                <a:schemeClr val="accent5">
                  <a:lumMod val="50000"/>
                </a:schemeClr>
              </a:solidFill>
              <a:latin typeface="+mj-ea"/>
              <a:ea typeface="+mj-ea"/>
            </a:endParaRPr>
          </a:p>
          <a:p>
            <a:pPr algn="l" defTabSz="457200">
              <a:lnSpc>
                <a:spcPct val="100000"/>
              </a:lnSpc>
            </a:pPr>
            <a:r>
              <a:rPr lang="fr-FR" sz="2000" b="1" strike="noStrike" spc="-1" dirty="0">
                <a:solidFill>
                  <a:schemeClr val="dk1"/>
                </a:solidFill>
                <a:latin typeface="Matura MT Script Capitals"/>
              </a:rPr>
              <a:t>                           </a:t>
            </a:r>
            <a:endParaRPr lang="fr-FR" sz="240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1" name="ZoneTexte 6"/>
          <p:cNvSpPr/>
          <p:nvPr/>
        </p:nvSpPr>
        <p:spPr>
          <a:xfrm>
            <a:off x="881449" y="4821840"/>
            <a:ext cx="10560791" cy="583321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endParaRPr lang="fr-FR" sz="3200" b="0" strike="noStrike" spc="-1" dirty="0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ZoneTexte 3"/>
          <p:cNvSpPr/>
          <p:nvPr/>
        </p:nvSpPr>
        <p:spPr>
          <a:xfrm>
            <a:off x="2545560" y="511560"/>
            <a:ext cx="7355880" cy="624641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zh-CN" sz="7200" b="1" strike="noStrike" spc="-1" dirty="0">
                <a:solidFill>
                  <a:schemeClr val="accent5">
                    <a:lumMod val="50000"/>
                  </a:schemeClr>
                </a:solidFill>
                <a:latin typeface="Forte" panose="03060902040502070203" pitchFamily="66" charset="0"/>
              </a:rPr>
              <a:t>信望爱基督之家</a:t>
            </a:r>
            <a:endParaRPr lang="fr-FR" sz="7200" b="0" strike="noStrike" spc="-1" dirty="0">
              <a:solidFill>
                <a:schemeClr val="accent5">
                  <a:lumMod val="50000"/>
                </a:schemeClr>
              </a:solidFill>
              <a:latin typeface="Forte" panose="03060902040502070203" pitchFamily="66" charset="0"/>
            </a:endParaRPr>
          </a:p>
          <a:p>
            <a:pPr defTabSz="457200">
              <a:lnSpc>
                <a:spcPct val="100000"/>
              </a:lnSpc>
            </a:pPr>
            <a:r>
              <a:rPr lang="fr-FR" sz="3600" b="1" strike="noStrike" spc="-1" dirty="0">
                <a:solidFill>
                  <a:schemeClr val="accent5"/>
                </a:solidFill>
                <a:latin typeface="Matura MT Script Capitals"/>
              </a:rPr>
              <a:t>     </a:t>
            </a:r>
            <a:r>
              <a:rPr lang="fr-FR" sz="3200" b="1" strike="noStrike" spc="-1" dirty="0">
                <a:solidFill>
                  <a:schemeClr val="dk1"/>
                </a:solidFill>
                <a:latin typeface="Matura MT Script Capitals"/>
              </a:rPr>
              <a:t>Eglise la Maison du Christ </a:t>
            </a:r>
            <a:endParaRPr lang="fr-FR" sz="3200" b="0" strike="noStrike" spc="-1" dirty="0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endParaRPr lang="fr-FR" sz="3200" b="0" strike="noStrike" spc="-1" dirty="0">
              <a:solidFill>
                <a:srgbClr val="000000"/>
              </a:solidFill>
              <a:latin typeface="Arial"/>
            </a:endParaRPr>
          </a:p>
          <a:p>
            <a:pPr algn="l" defTabSz="457200">
              <a:lnSpc>
                <a:spcPct val="100000"/>
              </a:lnSpc>
            </a:pPr>
            <a:r>
              <a:rPr lang="fr-FR" sz="3200" b="1" strike="noStrike" spc="-1" dirty="0">
                <a:solidFill>
                  <a:schemeClr val="accent5"/>
                </a:solidFill>
                <a:latin typeface="Matura MT Script Capitals"/>
              </a:rPr>
              <a:t>         </a:t>
            </a:r>
            <a:r>
              <a:rPr lang="zh-CN" sz="4000" b="1" strike="noStrike" spc="-1" dirty="0">
                <a:solidFill>
                  <a:schemeClr val="accent5">
                    <a:lumMod val="50000"/>
                  </a:schemeClr>
                </a:solidFill>
                <a:latin typeface="Matura MT Script Capitals"/>
              </a:rPr>
              <a:t>[u] ou 
</a:t>
            </a:r>
            <a:r>
              <a:rPr lang="zh-CN" sz="4000" b="1" strike="noStrike" spc="-1" dirty="0">
                <a:solidFill>
                  <a:schemeClr val="accent5">
                    <a:lumMod val="50000"/>
                  </a:schemeClr>
                </a:solidFill>
                <a:latin typeface="+mj-ea"/>
                <a:ea typeface="+mj-ea"/>
              </a:rPr>
              <a:t>Tout va bien? 一切都好吗？ 
C'est tout 就这样
Le boulevard 林荫大道
Doux 甜美的柔和的
Rouen 鲁昂</a:t>
            </a:r>
            <a:endParaRPr lang="fr-FR" sz="8000" b="0" strike="noStrike" spc="-1" dirty="0">
              <a:solidFill>
                <a:schemeClr val="accent5">
                  <a:lumMod val="50000"/>
                </a:schemeClr>
              </a:solidFill>
              <a:latin typeface="+mj-ea"/>
              <a:ea typeface="+mj-ea"/>
            </a:endParaRPr>
          </a:p>
          <a:p>
            <a:pPr algn="l" defTabSz="457200">
              <a:lnSpc>
                <a:spcPct val="100000"/>
              </a:lnSpc>
            </a:pPr>
            <a:r>
              <a:rPr lang="fr-FR" sz="2000" b="1" strike="noStrike" spc="-1" dirty="0">
                <a:solidFill>
                  <a:schemeClr val="dk1"/>
                </a:solidFill>
                <a:latin typeface="Matura MT Script Capitals"/>
              </a:rPr>
              <a:t>                           </a:t>
            </a:r>
            <a:endParaRPr lang="fr-FR" sz="240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1" name="ZoneTexte 6"/>
          <p:cNvSpPr/>
          <p:nvPr/>
        </p:nvSpPr>
        <p:spPr>
          <a:xfrm>
            <a:off x="881449" y="4821840"/>
            <a:ext cx="10560791" cy="583321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endParaRPr lang="fr-FR" sz="3200" b="0" strike="noStrike" spc="-1" dirty="0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ZoneTexte 3"/>
          <p:cNvSpPr/>
          <p:nvPr/>
        </p:nvSpPr>
        <p:spPr>
          <a:xfrm>
            <a:off x="2545560" y="511560"/>
            <a:ext cx="7355880" cy="624641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zh-CN" sz="7200" b="1" strike="noStrike" spc="-1" dirty="0">
                <a:solidFill>
                  <a:schemeClr val="accent5">
                    <a:lumMod val="50000"/>
                  </a:schemeClr>
                </a:solidFill>
                <a:latin typeface="Forte" panose="03060902040502070203" pitchFamily="66" charset="0"/>
              </a:rPr>
              <a:t>信望爱基督之家</a:t>
            </a:r>
            <a:endParaRPr lang="fr-FR" sz="7200" b="0" strike="noStrike" spc="-1" dirty="0">
              <a:solidFill>
                <a:schemeClr val="accent5">
                  <a:lumMod val="50000"/>
                </a:schemeClr>
              </a:solidFill>
              <a:latin typeface="Forte" panose="03060902040502070203" pitchFamily="66" charset="0"/>
            </a:endParaRPr>
          </a:p>
          <a:p>
            <a:pPr defTabSz="457200">
              <a:lnSpc>
                <a:spcPct val="100000"/>
              </a:lnSpc>
            </a:pPr>
            <a:r>
              <a:rPr lang="fr-FR" sz="3600" b="1" strike="noStrike" spc="-1" dirty="0">
                <a:solidFill>
                  <a:schemeClr val="accent5"/>
                </a:solidFill>
                <a:latin typeface="Matura MT Script Capitals"/>
              </a:rPr>
              <a:t>     </a:t>
            </a:r>
            <a:r>
              <a:rPr lang="fr-FR" sz="3200" b="1" strike="noStrike" spc="-1" dirty="0">
                <a:solidFill>
                  <a:schemeClr val="dk1"/>
                </a:solidFill>
                <a:latin typeface="Matura MT Script Capitals"/>
              </a:rPr>
              <a:t>Eglise la Maison du Christ </a:t>
            </a:r>
            <a:endParaRPr lang="fr-FR" sz="3200" b="0" strike="noStrike" spc="-1" dirty="0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endParaRPr lang="fr-FR" sz="3200" b="0" strike="noStrike" spc="-1" dirty="0">
              <a:solidFill>
                <a:srgbClr val="000000"/>
              </a:solidFill>
              <a:latin typeface="Arial"/>
            </a:endParaRPr>
          </a:p>
          <a:p>
            <a:pPr algn="l" defTabSz="457200">
              <a:lnSpc>
                <a:spcPct val="100000"/>
              </a:lnSpc>
            </a:pPr>
            <a:r>
              <a:rPr lang="fr-FR" sz="3200" b="1" strike="noStrike" spc="-1" dirty="0">
                <a:solidFill>
                  <a:schemeClr val="accent5"/>
                </a:solidFill>
                <a:latin typeface="Matura MT Script Capitals"/>
              </a:rPr>
              <a:t>         </a:t>
            </a:r>
            <a:r>
              <a:rPr lang="zh-CN" sz="4000" b="1" strike="noStrike" spc="-1" dirty="0">
                <a:solidFill>
                  <a:schemeClr val="accent5">
                    <a:lumMod val="50000"/>
                  </a:schemeClr>
                </a:solidFill>
                <a:latin typeface="Matura MT Script Capitals"/>
              </a:rPr>
              <a:t>字母/组合：eu, œu 
-eu 和 œu 在词尾闭音节（后无发音辅音或词尾）时，发音为 [ø]，如 deux 2. La peur 害怕
- 在其他位置，eu 和 œu 发音为 [œ] 如le cœur 心脏、la sœur 姐妹</a:t>
            </a:r>
            <a:r>
              <a:rPr lang="zh-CN" sz="4000" b="1" strike="noStrike" spc="-1" dirty="0">
                <a:solidFill>
                  <a:schemeClr val="accent5">
                    <a:lumMod val="50000"/>
                  </a:schemeClr>
                </a:solidFill>
                <a:latin typeface="+mj-ea"/>
                <a:ea typeface="+mj-ea"/>
              </a:rPr>
              <a:t/>
            </a:r>
            <a:r>
              <a:rPr b="1" sz="2000">
                <a:latin typeface="STXingkai"/>
              </a:rPr>
              <a:t> </a:t>
            </a:r>
            <a:r>
              <a:rPr b="1" sz="2000">
                <a:latin typeface="STXingkai"/>
              </a:rPr>
              <a:t> </a:t>
            </a:r>
            <a:endParaRPr lang="fr-FR" sz="8000" b="0" strike="noStrike" spc="-1" dirty="0">
              <a:solidFill>
                <a:schemeClr val="accent5">
                  <a:lumMod val="50000"/>
                </a:schemeClr>
              </a:solidFill>
              <a:latin typeface="+mj-ea"/>
              <a:ea typeface="+mj-ea"/>
            </a:endParaRPr>
          </a:p>
          <a:p>
            <a:pPr algn="l" defTabSz="457200">
              <a:lnSpc>
                <a:spcPct val="100000"/>
              </a:lnSpc>
            </a:pPr>
            <a:r>
              <a:rPr lang="fr-FR" sz="2000" b="1" strike="noStrike" spc="-1" dirty="0">
                <a:solidFill>
                  <a:schemeClr val="dk1"/>
                </a:solidFill>
                <a:latin typeface="Matura MT Script Capitals"/>
              </a:rPr>
              <a:t>                           </a:t>
            </a:r>
            <a:r>
              <a:rPr b="1" sz="2000">
                <a:latin typeface="STXingkai"/>
              </a:rPr>
              <a:t> </a:t>
            </a:r>
            <a:r>
              <a:rPr b="1" sz="2000">
                <a:latin typeface="STXingkai"/>
              </a:rPr>
              <a:t> </a:t>
            </a:r>
            <a:endParaRPr lang="fr-FR" sz="240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1" name="ZoneTexte 6"/>
          <p:cNvSpPr/>
          <p:nvPr/>
        </p:nvSpPr>
        <p:spPr>
          <a:xfrm>
            <a:off x="881449" y="4821840"/>
            <a:ext cx="10560791" cy="583321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endParaRPr lang="fr-FR" sz="3200" b="0" strike="noStrike" spc="-1" dirty="0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ZoneTexte 3"/>
          <p:cNvSpPr/>
          <p:nvPr/>
        </p:nvSpPr>
        <p:spPr>
          <a:xfrm>
            <a:off x="2545560" y="511560"/>
            <a:ext cx="7355880" cy="624641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zh-CN" sz="7200" b="1" strike="noStrike" spc="-1" dirty="0">
                <a:solidFill>
                  <a:schemeClr val="accent5">
                    <a:lumMod val="50000"/>
                  </a:schemeClr>
                </a:solidFill>
                <a:latin typeface="Forte" panose="03060902040502070203" pitchFamily="66" charset="0"/>
              </a:rPr>
              <a:t>信望爱基督之家</a:t>
            </a:r>
            <a:endParaRPr lang="fr-FR" sz="7200" b="0" strike="noStrike" spc="-1" dirty="0">
              <a:solidFill>
                <a:schemeClr val="accent5">
                  <a:lumMod val="50000"/>
                </a:schemeClr>
              </a:solidFill>
              <a:latin typeface="Forte" panose="03060902040502070203" pitchFamily="66" charset="0"/>
            </a:endParaRPr>
          </a:p>
          <a:p>
            <a:pPr defTabSz="457200">
              <a:lnSpc>
                <a:spcPct val="100000"/>
              </a:lnSpc>
            </a:pPr>
            <a:r>
              <a:rPr lang="fr-FR" sz="3600" b="1" strike="noStrike" spc="-1" dirty="0">
                <a:solidFill>
                  <a:schemeClr val="accent5"/>
                </a:solidFill>
                <a:latin typeface="Matura MT Script Capitals"/>
              </a:rPr>
              <a:t>     </a:t>
            </a:r>
            <a:r>
              <a:rPr lang="fr-FR" sz="3200" b="1" strike="noStrike" spc="-1" dirty="0">
                <a:solidFill>
                  <a:schemeClr val="dk1"/>
                </a:solidFill>
                <a:latin typeface="Matura MT Script Capitals"/>
              </a:rPr>
              <a:t>Eglise la Maison du Christ </a:t>
            </a:r>
            <a:endParaRPr lang="fr-FR" sz="3200" b="0" strike="noStrike" spc="-1" dirty="0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endParaRPr lang="fr-FR" sz="3200" b="0" strike="noStrike" spc="-1" dirty="0">
              <a:solidFill>
                <a:srgbClr val="000000"/>
              </a:solidFill>
              <a:latin typeface="Arial"/>
            </a:endParaRPr>
          </a:p>
          <a:p>
            <a:pPr algn="l" defTabSz="457200">
              <a:lnSpc>
                <a:spcPct val="100000"/>
              </a:lnSpc>
            </a:pPr>
            <a:r>
              <a:rPr lang="fr-FR" sz="3200" b="1" strike="noStrike" spc="-1" dirty="0">
                <a:solidFill>
                  <a:schemeClr val="accent5"/>
                </a:solidFill>
                <a:latin typeface="+mj-ea"/>
                <a:ea typeface="+mj-ea"/>
              </a:rPr>
              <a:t>         </a:t>
            </a:r>
            <a:r>
              <a:rPr lang="zh-CN" sz="4000" b="1" strike="noStrike" spc="-1" dirty="0">
                <a:solidFill>
                  <a:schemeClr val="accent5">
                    <a:lumMod val="50000"/>
                  </a:schemeClr>
                </a:solidFill>
                <a:latin typeface="+mj-ea"/>
                <a:ea typeface="+mj-ea"/>
              </a:rPr>
              <a:t>tu vous toi 的使用，</a:t>
            </a:r>
            <a:endParaRPr lang="fr-FR" altLang="zh-CN" sz="4000" b="1" strike="noStrike" spc="-1" dirty="0">
              <a:solidFill>
                <a:schemeClr val="accent5">
                  <a:lumMod val="50000"/>
                </a:schemeClr>
              </a:solidFill>
              <a:latin typeface="+mj-ea"/>
              <a:ea typeface="+mj-ea"/>
            </a:endParaRPr>
          </a:p>
          <a:p>
            <a:pPr algn="l" defTabSz="457200">
              <a:lnSpc>
                <a:spcPct val="100000"/>
              </a:lnSpc>
            </a:pPr>
            <a:r>
              <a:rPr lang="zh-CN" sz="4000" b="1" strike="noStrike" spc="-1" dirty="0">
                <a:solidFill>
                  <a:schemeClr val="accent5">
                    <a:lumMod val="50000"/>
                  </a:schemeClr>
                </a:solidFill>
                <a:latin typeface="+mj-ea"/>
                <a:ea typeface="+mj-ea"/>
              </a:rPr>
              <a:t>都是你，
但tu一般放在句首发出动作，vous用于复数或尊称，
toi用于强调或独立使用。放在句末</a:t>
            </a:r>
            <a:endParaRPr lang="fr-FR" sz="8000" b="0" strike="noStrike" spc="-1" dirty="0">
              <a:solidFill>
                <a:schemeClr val="accent5">
                  <a:lumMod val="50000"/>
                </a:schemeClr>
              </a:solidFill>
              <a:latin typeface="+mj-ea"/>
              <a:ea typeface="+mj-ea"/>
            </a:endParaRPr>
          </a:p>
          <a:p>
            <a:pPr algn="l" defTabSz="457200">
              <a:lnSpc>
                <a:spcPct val="100000"/>
              </a:lnSpc>
            </a:pPr>
            <a:r>
              <a:rPr lang="fr-FR" sz="2000" b="1" strike="noStrike" spc="-1" dirty="0">
                <a:solidFill>
                  <a:schemeClr val="dk1"/>
                </a:solidFill>
                <a:latin typeface="Matura MT Script Capitals"/>
              </a:rPr>
              <a:t>                           </a:t>
            </a:r>
            <a:endParaRPr lang="fr-FR" sz="240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1" name="ZoneTexte 6"/>
          <p:cNvSpPr/>
          <p:nvPr/>
        </p:nvSpPr>
        <p:spPr>
          <a:xfrm>
            <a:off x="881449" y="4821840"/>
            <a:ext cx="10560791" cy="583321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endParaRPr lang="fr-FR" sz="3200" b="0" strike="noStrike" spc="-1" dirty="0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ZoneTexte 3"/>
          <p:cNvSpPr/>
          <p:nvPr/>
        </p:nvSpPr>
        <p:spPr>
          <a:xfrm>
            <a:off x="2545560" y="511560"/>
            <a:ext cx="7355880" cy="624641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zh-CN" sz="7200" b="1" strike="noStrike" spc="-1" dirty="0">
                <a:solidFill>
                  <a:schemeClr val="accent5">
                    <a:lumMod val="50000"/>
                  </a:schemeClr>
                </a:solidFill>
                <a:latin typeface="Forte" panose="03060902040502070203" pitchFamily="66" charset="0"/>
              </a:rPr>
              <a:t>信望爱基督之家</a:t>
            </a:r>
            <a:endParaRPr lang="fr-FR" sz="7200" b="0" strike="noStrike" spc="-1" dirty="0">
              <a:solidFill>
                <a:schemeClr val="accent5">
                  <a:lumMod val="50000"/>
                </a:schemeClr>
              </a:solidFill>
              <a:latin typeface="Forte" panose="03060902040502070203" pitchFamily="66" charset="0"/>
            </a:endParaRPr>
          </a:p>
          <a:p>
            <a:pPr defTabSz="457200">
              <a:lnSpc>
                <a:spcPct val="100000"/>
              </a:lnSpc>
            </a:pPr>
            <a:r>
              <a:rPr lang="fr-FR" sz="3600" b="1" strike="noStrike" spc="-1" dirty="0">
                <a:solidFill>
                  <a:schemeClr val="accent5"/>
                </a:solidFill>
                <a:latin typeface="Matura MT Script Capitals"/>
              </a:rPr>
              <a:t>     </a:t>
            </a:r>
            <a:r>
              <a:rPr lang="fr-FR" sz="3200" b="1" strike="noStrike" spc="-1" dirty="0">
                <a:solidFill>
                  <a:schemeClr val="dk1"/>
                </a:solidFill>
                <a:latin typeface="Matura MT Script Capitals"/>
              </a:rPr>
              <a:t>Eglise la Maison du Christ </a:t>
            </a:r>
            <a:endParaRPr lang="fr-FR" sz="3200" b="0" strike="noStrike" spc="-1" dirty="0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endParaRPr lang="fr-FR" sz="3200" b="0" strike="noStrike" spc="-1" dirty="0">
              <a:solidFill>
                <a:srgbClr val="000000"/>
              </a:solidFill>
              <a:latin typeface="Arial"/>
            </a:endParaRPr>
          </a:p>
          <a:p>
            <a:pPr algn="l" defTabSz="457200">
              <a:lnSpc>
                <a:spcPct val="100000"/>
              </a:lnSpc>
            </a:pPr>
            <a:r>
              <a:rPr lang="fr-FR" sz="3200" b="1" strike="noStrike" spc="-1" dirty="0">
                <a:solidFill>
                  <a:schemeClr val="accent5"/>
                </a:solidFill>
                <a:latin typeface="Matura MT Script Capitals"/>
              </a:rPr>
              <a:t>         </a:t>
            </a:r>
            <a:r>
              <a:rPr lang="zh-CN" sz="4000" b="1" strike="noStrike" spc="-1" dirty="0">
                <a:solidFill>
                  <a:schemeClr val="accent5">
                    <a:lumMod val="50000"/>
                  </a:schemeClr>
                </a:solidFill>
                <a:latin typeface="Matura MT Script Capitals"/>
              </a:rPr>
              <a:t>几个例子
</a:t>
            </a:r>
            <a:r>
              <a:rPr lang="zh-CN" sz="4000" b="1" strike="noStrike" spc="-1" dirty="0">
                <a:solidFill>
                  <a:schemeClr val="accent5">
                    <a:lumMod val="50000"/>
                  </a:schemeClr>
                </a:solidFill>
                <a:latin typeface="+mj-ea"/>
                <a:ea typeface="+mj-ea"/>
              </a:rPr>
              <a:t>Comment allez-vous? 您最近还好吗？
On va aller chez toi 去你家
Tu es mon ami 你是我朋友
C'est toi.</a:t>
            </a:r>
            <a:endParaRPr lang="fr-FR" sz="8000" b="0" strike="noStrike" spc="-1" dirty="0">
              <a:solidFill>
                <a:schemeClr val="accent5">
                  <a:lumMod val="50000"/>
                </a:schemeClr>
              </a:solidFill>
              <a:latin typeface="+mj-ea"/>
              <a:ea typeface="+mj-ea"/>
            </a:endParaRPr>
          </a:p>
          <a:p>
            <a:pPr algn="l" defTabSz="457200">
              <a:lnSpc>
                <a:spcPct val="100000"/>
              </a:lnSpc>
            </a:pPr>
            <a:r>
              <a:rPr lang="fr-FR" sz="2000" b="1" strike="noStrike" spc="-1" dirty="0">
                <a:solidFill>
                  <a:schemeClr val="dk1"/>
                </a:solidFill>
                <a:latin typeface="Matura MT Script Capitals"/>
              </a:rPr>
              <a:t>                           </a:t>
            </a:r>
            <a:endParaRPr lang="fr-FR" sz="240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1" name="ZoneTexte 6"/>
          <p:cNvSpPr/>
          <p:nvPr/>
        </p:nvSpPr>
        <p:spPr>
          <a:xfrm>
            <a:off x="881449" y="4821840"/>
            <a:ext cx="10560791" cy="583321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endParaRPr lang="fr-FR" sz="3200" b="0" strike="noStrike" spc="-1" dirty="0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ZoneTexte 3"/>
          <p:cNvSpPr/>
          <p:nvPr/>
        </p:nvSpPr>
        <p:spPr>
          <a:xfrm>
            <a:off x="2545560" y="511560"/>
            <a:ext cx="7355880" cy="624641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zh-CN" sz="7200" b="1" strike="noStrike" spc="-1" dirty="0">
                <a:solidFill>
                  <a:schemeClr val="accent5">
                    <a:lumMod val="50000"/>
                  </a:schemeClr>
                </a:solidFill>
                <a:latin typeface="Forte" panose="03060902040502070203" pitchFamily="66" charset="0"/>
              </a:rPr>
              <a:t>信望爱基督之家</a:t>
            </a:r>
            <a:endParaRPr lang="fr-FR" sz="7200" b="0" strike="noStrike" spc="-1" dirty="0">
              <a:solidFill>
                <a:schemeClr val="accent5">
                  <a:lumMod val="50000"/>
                </a:schemeClr>
              </a:solidFill>
              <a:latin typeface="Forte" panose="03060902040502070203" pitchFamily="66" charset="0"/>
            </a:endParaRPr>
          </a:p>
          <a:p>
            <a:pPr defTabSz="457200">
              <a:lnSpc>
                <a:spcPct val="100000"/>
              </a:lnSpc>
            </a:pPr>
            <a:r>
              <a:rPr lang="fr-FR" sz="3600" b="1" strike="noStrike" spc="-1" dirty="0">
                <a:solidFill>
                  <a:schemeClr val="accent5"/>
                </a:solidFill>
                <a:latin typeface="Matura MT Script Capitals"/>
              </a:rPr>
              <a:t>     </a:t>
            </a:r>
            <a:r>
              <a:rPr lang="fr-FR" sz="3200" b="1" strike="noStrike" spc="-1" dirty="0">
                <a:solidFill>
                  <a:schemeClr val="dk1"/>
                </a:solidFill>
                <a:latin typeface="Matura MT Script Capitals"/>
              </a:rPr>
              <a:t>Eglise la Maison du Christ </a:t>
            </a:r>
            <a:endParaRPr lang="fr-FR" sz="3200" b="0" strike="noStrike" spc="-1" dirty="0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endParaRPr lang="fr-FR" sz="3200" b="0" strike="noStrike" spc="-1" dirty="0">
              <a:solidFill>
                <a:srgbClr val="000000"/>
              </a:solidFill>
              <a:latin typeface="Arial"/>
            </a:endParaRPr>
          </a:p>
          <a:p>
            <a:pPr algn="l" defTabSz="457200">
              <a:lnSpc>
                <a:spcPct val="100000"/>
              </a:lnSpc>
            </a:pPr>
            <a:r>
              <a:rPr lang="fr-FR" sz="3200" b="1" strike="noStrike" spc="-1" dirty="0">
                <a:solidFill>
                  <a:schemeClr val="accent5"/>
                </a:solidFill>
                <a:latin typeface="Matura MT Script Capitals"/>
              </a:rPr>
              <a:t>         </a:t>
            </a:r>
            <a:r>
              <a:rPr lang="zh-CN" sz="4000" b="1" strike="noStrike" spc="-1" dirty="0">
                <a:solidFill>
                  <a:schemeClr val="accent5">
                    <a:lumMod val="50000"/>
                  </a:schemeClr>
                </a:solidFill>
                <a:latin typeface="Matura MT Script Capitals"/>
              </a:rPr>
              <a:t>一些句子 
</a:t>
            </a:r>
            <a:r>
              <a:rPr lang="zh-CN" sz="4000" b="1" strike="noStrike" spc="-1" dirty="0">
                <a:solidFill>
                  <a:schemeClr val="accent5">
                    <a:lumMod val="50000"/>
                  </a:schemeClr>
                </a:solidFill>
                <a:latin typeface="+mj-ea"/>
                <a:ea typeface="+mj-ea"/>
              </a:rPr>
              <a:t>Tu aimes Paris? 你喜欢巴黎
- Bien sûr! 当然
Je m'appelle Zijian, j'habite à Paris 我叫子健我住巴黎
- Enchanté! 很高兴认识你</a:t>
            </a:r>
            <a:endParaRPr lang="fr-FR" sz="8000" b="0" strike="noStrike" spc="-1" dirty="0">
              <a:solidFill>
                <a:schemeClr val="accent5">
                  <a:lumMod val="50000"/>
                </a:schemeClr>
              </a:solidFill>
              <a:latin typeface="+mj-ea"/>
              <a:ea typeface="+mj-ea"/>
            </a:endParaRPr>
          </a:p>
          <a:p>
            <a:pPr algn="l" defTabSz="457200">
              <a:lnSpc>
                <a:spcPct val="100000"/>
              </a:lnSpc>
            </a:pPr>
            <a:r>
              <a:rPr lang="fr-FR" sz="2000" b="1" strike="noStrike" spc="-1" dirty="0">
                <a:solidFill>
                  <a:schemeClr val="dk1"/>
                </a:solidFill>
                <a:latin typeface="Matura MT Script Capitals"/>
              </a:rPr>
              <a:t>                           </a:t>
            </a:r>
            <a:endParaRPr lang="fr-FR" sz="240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1" name="ZoneTexte 6"/>
          <p:cNvSpPr/>
          <p:nvPr/>
        </p:nvSpPr>
        <p:spPr>
          <a:xfrm>
            <a:off x="881449" y="4821840"/>
            <a:ext cx="10560791" cy="583321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endParaRPr lang="fr-FR" sz="3200" b="0" strike="noStrike" spc="-1" dirty="0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ZoneTexte 3"/>
          <p:cNvSpPr/>
          <p:nvPr/>
        </p:nvSpPr>
        <p:spPr>
          <a:xfrm>
            <a:off x="2545560" y="511560"/>
            <a:ext cx="7355880" cy="624641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zh-CN" sz="7200" b="1" strike="noStrike" spc="-1" dirty="0">
                <a:solidFill>
                  <a:schemeClr val="accent5">
                    <a:lumMod val="50000"/>
                  </a:schemeClr>
                </a:solidFill>
                <a:latin typeface="Forte" panose="03060902040502070203" pitchFamily="66" charset="0"/>
              </a:rPr>
              <a:t>信望爱基督之家</a:t>
            </a:r>
            <a:endParaRPr lang="fr-FR" sz="7200" b="0" strike="noStrike" spc="-1" dirty="0">
              <a:solidFill>
                <a:schemeClr val="accent5">
                  <a:lumMod val="50000"/>
                </a:schemeClr>
              </a:solidFill>
              <a:latin typeface="Forte" panose="03060902040502070203" pitchFamily="66" charset="0"/>
            </a:endParaRPr>
          </a:p>
          <a:p>
            <a:pPr defTabSz="457200">
              <a:lnSpc>
                <a:spcPct val="100000"/>
              </a:lnSpc>
            </a:pPr>
            <a:r>
              <a:rPr lang="fr-FR" sz="3600" b="1" strike="noStrike" spc="-1" dirty="0">
                <a:solidFill>
                  <a:schemeClr val="accent5"/>
                </a:solidFill>
                <a:latin typeface="Matura MT Script Capitals"/>
              </a:rPr>
              <a:t>     </a:t>
            </a:r>
            <a:r>
              <a:rPr lang="fr-FR" sz="3200" b="1" strike="noStrike" spc="-1" dirty="0">
                <a:solidFill>
                  <a:schemeClr val="dk1"/>
                </a:solidFill>
                <a:latin typeface="Matura MT Script Capitals"/>
              </a:rPr>
              <a:t>Eglise la Maison du Christ </a:t>
            </a:r>
            <a:endParaRPr lang="fr-FR" sz="3200" b="0" strike="noStrike" spc="-1" dirty="0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endParaRPr lang="fr-FR" sz="3200" b="0" strike="noStrike" spc="-1" dirty="0">
              <a:solidFill>
                <a:srgbClr val="000000"/>
              </a:solidFill>
              <a:latin typeface="Arial"/>
            </a:endParaRPr>
          </a:p>
          <a:p>
            <a:pPr algn="l" defTabSz="457200">
              <a:lnSpc>
                <a:spcPct val="100000"/>
              </a:lnSpc>
            </a:pPr>
            <a:r>
              <a:rPr lang="fr-FR" sz="3200" b="1" strike="noStrike" spc="-1" dirty="0">
                <a:solidFill>
                  <a:schemeClr val="accent5"/>
                </a:solidFill>
                <a:latin typeface="+mj-ea"/>
                <a:ea typeface="+mj-ea"/>
              </a:rPr>
              <a:t>         </a:t>
            </a:r>
            <a:r>
              <a:rPr lang="zh-CN" sz="4000" b="1" strike="noStrike" spc="-1" dirty="0">
                <a:solidFill>
                  <a:schemeClr val="accent5">
                    <a:lumMod val="50000"/>
                  </a:schemeClr>
                </a:solidFill>
                <a:latin typeface="+mj-ea"/>
                <a:ea typeface="+mj-ea"/>
              </a:rPr>
              <a:t>Dictée Test Vous êtes prêtes? 
S_l_t ! (你好)
-T_ es sûr ? (你确定吗？)
Tu t'_ppelles comment? 你叫什么名字？
- Je m'_ppelle ..., je s_is ...</a:t>
            </a:r>
            <a:endParaRPr lang="fr-FR" sz="8000" b="0" strike="noStrike" spc="-1" dirty="0">
              <a:solidFill>
                <a:schemeClr val="accent5">
                  <a:lumMod val="50000"/>
                </a:schemeClr>
              </a:solidFill>
              <a:latin typeface="+mj-ea"/>
              <a:ea typeface="+mj-ea"/>
            </a:endParaRPr>
          </a:p>
          <a:p>
            <a:pPr algn="l" defTabSz="457200">
              <a:lnSpc>
                <a:spcPct val="100000"/>
              </a:lnSpc>
            </a:pPr>
            <a:r>
              <a:rPr lang="fr-FR" sz="2000" b="1" strike="noStrike" spc="-1" dirty="0">
                <a:solidFill>
                  <a:schemeClr val="dk1"/>
                </a:solidFill>
                <a:latin typeface="Matura MT Script Capitals"/>
              </a:rPr>
              <a:t>                           </a:t>
            </a:r>
            <a:endParaRPr lang="fr-FR" sz="240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1" name="ZoneTexte 6"/>
          <p:cNvSpPr/>
          <p:nvPr/>
        </p:nvSpPr>
        <p:spPr>
          <a:xfrm>
            <a:off x="881449" y="4821840"/>
            <a:ext cx="10560791" cy="583321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endParaRPr lang="fr-FR" sz="3200" b="0" strike="noStrike" spc="-1" dirty="0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ZoneTexte 3"/>
          <p:cNvSpPr/>
          <p:nvPr/>
        </p:nvSpPr>
        <p:spPr>
          <a:xfrm>
            <a:off x="2545560" y="511560"/>
            <a:ext cx="7355880" cy="3845753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zh-CN" sz="7200" b="1" strike="noStrike" spc="-1" dirty="0">
                <a:solidFill>
                  <a:schemeClr val="accent5">
                    <a:lumMod val="50000"/>
                  </a:schemeClr>
                </a:solidFill>
                <a:latin typeface="Forte" panose="03060902040502070203" pitchFamily="66" charset="0"/>
              </a:rPr>
              <a:t>信望爱基督之家</a:t>
            </a:r>
            <a:endParaRPr lang="fr-FR" sz="7200" b="0" strike="noStrike" spc="-1" dirty="0">
              <a:solidFill>
                <a:schemeClr val="accent5">
                  <a:lumMod val="50000"/>
                </a:schemeClr>
              </a:solidFill>
              <a:latin typeface="Forte" panose="03060902040502070203" pitchFamily="66" charset="0"/>
            </a:endParaRPr>
          </a:p>
          <a:p>
            <a:pPr defTabSz="457200">
              <a:lnSpc>
                <a:spcPct val="100000"/>
              </a:lnSpc>
            </a:pPr>
            <a:r>
              <a:rPr lang="fr-FR" sz="3600" b="1" strike="noStrike" spc="-1" dirty="0">
                <a:solidFill>
                  <a:schemeClr val="accent5"/>
                </a:solidFill>
                <a:latin typeface="Matura MT Script Capitals"/>
              </a:rPr>
              <a:t>     </a:t>
            </a:r>
            <a:r>
              <a:rPr lang="fr-FR" sz="3200" b="1" strike="noStrike" spc="-1" dirty="0">
                <a:solidFill>
                  <a:schemeClr val="dk1"/>
                </a:solidFill>
                <a:latin typeface="Matura MT Script Capitals"/>
              </a:rPr>
              <a:t>Eglise la Maison du Christ </a:t>
            </a:r>
            <a:endParaRPr lang="fr-FR" sz="3200" b="0" strike="noStrike" spc="-1" dirty="0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endParaRPr lang="fr-FR" sz="3200" b="0" strike="noStrike" spc="-1" dirty="0">
              <a:solidFill>
                <a:srgbClr val="000000"/>
              </a:solidFill>
              <a:latin typeface="Arial"/>
            </a:endParaRPr>
          </a:p>
          <a:p>
            <a:pPr algn="l" defTabSz="457200">
              <a:lnSpc>
                <a:spcPct val="100000"/>
              </a:lnSpc>
            </a:pPr>
            <a:r>
              <a:rPr lang="fr-FR" sz="3200" b="1" strike="noStrike" spc="-1" dirty="0">
                <a:solidFill>
                  <a:schemeClr val="accent5"/>
                </a:solidFill>
                <a:latin typeface="Matura MT Script Capitals"/>
              </a:rPr>
              <a:t>         </a:t>
            </a:r>
            <a:r>
              <a:rPr lang="zh-CN" sz="4000" b="1" strike="noStrike" spc="-1" dirty="0">
                <a:solidFill>
                  <a:schemeClr val="accent5">
                    <a:lumMod val="50000"/>
                  </a:schemeClr>
                </a:solidFill>
                <a:latin typeface="Matura MT Script Capitals"/>
              </a:rPr>
              <a:t>复盘一下
1 法语句子如果是问句口语中直接升调就可以 
2 把上面讲的单词活学活用你们可以用法语做自我介绍了</a:t>
            </a:r>
            <a:endParaRPr lang="fr-FR" sz="8000" b="0" strike="noStrike" spc="-1" dirty="0">
              <a:solidFill>
                <a:schemeClr val="accent5">
                  <a:lumMod val="50000"/>
                </a:schemeClr>
              </a:solidFill>
              <a:latin typeface="Arial"/>
            </a:endParaRPr>
          </a:p>
          <a:p>
            <a:pPr algn="l" defTabSz="457200">
              <a:lnSpc>
                <a:spcPct val="100000"/>
              </a:lnSpc>
            </a:pPr>
            <a:r>
              <a:rPr lang="fr-FR" sz="2000" b="1" strike="noStrike" spc="-1">
                <a:solidFill>
                  <a:schemeClr val="dk1"/>
                </a:solidFill>
                <a:latin typeface="Matura MT Script Capitals"/>
              </a:rPr>
              <a:t>                           </a:t>
            </a:r>
            <a:endParaRPr lang="fr-FR" sz="240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1" name="ZoneTexte 6"/>
          <p:cNvSpPr/>
          <p:nvPr/>
        </p:nvSpPr>
        <p:spPr>
          <a:xfrm>
            <a:off x="881449" y="4821840"/>
            <a:ext cx="10560791" cy="583321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endParaRPr lang="fr-FR" sz="3200" b="0" strike="noStrike" spc="-1" dirty="0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ZoneTexte 3"/>
          <p:cNvSpPr/>
          <p:nvPr/>
        </p:nvSpPr>
        <p:spPr>
          <a:xfrm>
            <a:off x="2545560" y="511560"/>
            <a:ext cx="7355880" cy="519997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zh-CN" sz="7200" b="1" strike="noStrike" spc="-1" dirty="0">
                <a:solidFill>
                  <a:schemeClr val="accent5">
                    <a:lumMod val="50000"/>
                  </a:schemeClr>
                </a:solidFill>
                <a:latin typeface="Forte" panose="03060902040502070203" pitchFamily="66" charset="0"/>
              </a:rPr>
              <a:t>信望爱基督之家</a:t>
            </a:r>
            <a:endParaRPr lang="fr-FR" sz="7200" b="0" strike="noStrike" spc="-1" dirty="0">
              <a:solidFill>
                <a:schemeClr val="accent5">
                  <a:lumMod val="50000"/>
                </a:schemeClr>
              </a:solidFill>
              <a:latin typeface="Forte" panose="03060902040502070203" pitchFamily="66" charset="0"/>
            </a:endParaRPr>
          </a:p>
          <a:p>
            <a:pPr defTabSz="457200">
              <a:lnSpc>
                <a:spcPct val="100000"/>
              </a:lnSpc>
            </a:pPr>
            <a:r>
              <a:rPr lang="fr-FR" sz="3600" b="1" strike="noStrike" spc="-1" dirty="0">
                <a:solidFill>
                  <a:schemeClr val="accent5"/>
                </a:solidFill>
                <a:latin typeface="Matura MT Script Capitals"/>
              </a:rPr>
              <a:t>     </a:t>
            </a:r>
            <a:r>
              <a:rPr lang="fr-FR" sz="3200" b="1" strike="noStrike" spc="-1" dirty="0">
                <a:solidFill>
                  <a:schemeClr val="dk1"/>
                </a:solidFill>
                <a:latin typeface="Matura MT Script Capitals"/>
              </a:rPr>
              <a:t>Eglise la Maison du Christ </a:t>
            </a:r>
            <a:endParaRPr lang="fr-FR" sz="3200" b="0" strike="noStrike" spc="-1" dirty="0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endParaRPr lang="fr-FR" sz="3200" b="0" strike="noStrike" spc="-1" dirty="0">
              <a:solidFill>
                <a:srgbClr val="000000"/>
              </a:solidFill>
              <a:latin typeface="Arial"/>
            </a:endParaRPr>
          </a:p>
          <a:p>
            <a:pPr algn="l" defTabSz="457200">
              <a:lnSpc>
                <a:spcPct val="100000"/>
              </a:lnSpc>
            </a:pPr>
            <a:r>
              <a:rPr lang="fr-FR" sz="3200" b="1" strike="noStrike" spc="-1" dirty="0">
                <a:solidFill>
                  <a:schemeClr val="accent5"/>
                </a:solidFill>
                <a:latin typeface="Lucida Fax" panose="02060602050505020204" pitchFamily="18" charset="0"/>
              </a:rPr>
              <a:t>         Enchanté   </a:t>
            </a:r>
            <a:r>
              <a:rPr lang="zh-CN" altLang="fr-FR" sz="3200" b="1" strike="noStrike" spc="-1" dirty="0">
                <a:solidFill>
                  <a:schemeClr val="accent5"/>
                </a:solidFill>
                <a:latin typeface="Lucida Fax" panose="02060602050505020204" pitchFamily="18" charset="0"/>
              </a:rPr>
              <a:t>
约翰福音1:14 道成了肉身，住在我们中间，充充滿满地有恩典，有真理。我们也见过他的荣光，正是父独生子的荣光。</a:t>
            </a:r>
            <a:r>
              <a:rPr lang="fr-FR" sz="3200" b="1" strike="noStrike" spc="-1" dirty="0">
                <a:solidFill>
                  <a:schemeClr val="accent5"/>
                </a:solidFill>
                <a:latin typeface="Lucida Fax" panose="02060602050505020204" pitchFamily="18" charset="0"/>
              </a:rPr>
              <a:t/>
            </a:r>
          </a:p>
          <a:p>
            <a:pPr algn="l" defTabSz="457200">
              <a:lnSpc>
                <a:spcPct val="100000"/>
              </a:lnSpc>
            </a:pPr>
            <a:r>
              <a:rPr b="1" sz="2000">
                <a:latin typeface="STXingkai"/>
              </a:rPr>
              <a:t> </a:t>
            </a:r>
            <a:r>
              <a:rPr b="1" sz="2000">
                <a:latin typeface="STXingkai"/>
              </a:rPr>
              <a:t> </a:t>
            </a:r>
            <a:endParaRPr lang="fr-FR" altLang="zh-CN" sz="3200" b="1" spc="-1" dirty="0">
              <a:solidFill>
                <a:schemeClr val="accent5"/>
              </a:solidFill>
              <a:latin typeface="Matura MT Script Capitals"/>
            </a:endParaRPr>
          </a:p>
          <a:p>
            <a:pPr algn="l" defTabSz="457200">
              <a:lnSpc>
                <a:spcPct val="100000"/>
              </a:lnSpc>
            </a:pPr>
            <a:endParaRPr lang="fr-FR" altLang="zh-CN" sz="3200" b="1" strike="noStrike" spc="-1" dirty="0">
              <a:solidFill>
                <a:schemeClr val="accent5"/>
              </a:solidFill>
              <a:latin typeface="Matura MT Script Capitals"/>
            </a:endParaRPr>
          </a:p>
          <a:p>
            <a:pPr algn="l" defTabSz="457200">
              <a:lnSpc>
                <a:spcPct val="100000"/>
              </a:lnSpc>
            </a:pPr>
            <a:r>
              <a:rPr lang="zh-CN" sz="4000" b="1" strike="noStrike" spc="-1" dirty="0">
                <a:solidFill>
                  <a:schemeClr val="accent5">
                    <a:lumMod val="50000"/>
                  </a:schemeClr>
                </a:solidFill>
                <a:latin typeface="+mj-ea"/>
                <a:ea typeface="+mj-ea"/>
              </a:rPr>
              <a:t>Révision Alphabet français </a:t>
            </a:r>
            <a:endParaRPr lang="fr-FR" altLang="zh-CN" sz="4000" b="1" strike="noStrike" spc="-1" dirty="0">
              <a:solidFill>
                <a:schemeClr val="accent5">
                  <a:lumMod val="50000"/>
                </a:schemeClr>
              </a:solidFill>
              <a:latin typeface="+mj-ea"/>
              <a:ea typeface="+mj-ea"/>
            </a:endParaRPr>
          </a:p>
          <a:p>
            <a:pPr algn="l" defTabSz="457200">
              <a:lnSpc>
                <a:spcPct val="100000"/>
              </a:lnSpc>
            </a:pPr>
            <a:r>
              <a:rPr lang="zh-CN" sz="3600" b="1" strike="noStrike" spc="-1" dirty="0">
                <a:solidFill>
                  <a:schemeClr val="accent5">
                    <a:lumMod val="50000"/>
                  </a:schemeClr>
                </a:solidFill>
                <a:latin typeface="+mj-ea"/>
                <a:ea typeface="+mj-ea"/>
              </a:rPr>
              <a:t>复习一下，谁能把法语字母读一遍?</a:t>
            </a:r>
            <a:endParaRPr lang="fr-FR" sz="3600" b="0" strike="noStrike" spc="-1" dirty="0">
              <a:solidFill>
                <a:schemeClr val="accent5">
                  <a:lumMod val="50000"/>
                </a:schemeClr>
              </a:solidFill>
              <a:latin typeface="+mj-ea"/>
              <a:ea typeface="+mj-ea"/>
            </a:endParaRPr>
          </a:p>
          <a:p>
            <a:pPr algn="l" defTabSz="457200">
              <a:lnSpc>
                <a:spcPct val="100000"/>
              </a:lnSpc>
            </a:pPr>
            <a:r>
              <a:rPr lang="fr-FR" sz="2000" b="1" strike="noStrike" spc="-1" dirty="0">
                <a:solidFill>
                  <a:schemeClr val="dk1"/>
                </a:solidFill>
                <a:latin typeface="Matura MT Script Capitals"/>
              </a:rPr>
              <a:t>                           </a:t>
            </a:r>
            <a:endParaRPr lang="fr-FR" sz="240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1" name="ZoneTexte 6"/>
          <p:cNvSpPr/>
          <p:nvPr/>
        </p:nvSpPr>
        <p:spPr>
          <a:xfrm>
            <a:off x="881449" y="4821840"/>
            <a:ext cx="10560791" cy="583321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endParaRPr lang="fr-FR" sz="3200" b="0" strike="noStrike" spc="-1" dirty="0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5.mp4">
            <a:hlinkClick r:id="" action="ppaction://media"/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indefinite"/>
                  </p:stCondLst>
                </p:cTn>
                <p:tgtEl>
                  <p:spTgt spid="2"/>
                </p:tgtEl>
              </p:cMediaNode>
            </p:video>
          </p:childTnLst>
        </p:cTn>
      </p:par>
    </p:tnLst>
  </p:timing>
</p:sld>
</file>

<file path=ppt/theme/theme1.xml><?xml version="1.0" encoding="utf-8"?>
<a:theme xmlns:a="http://schemas.openxmlformats.org/drawingml/2006/main" name="Facette">
  <a:themeElements>
    <a:clrScheme name="Facette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Facette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te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CFBC31BA-B70F-4F30-BCAA-4F3011E16C4D}"/>
    </a:ext>
  </a:extLst>
</a:theme>
</file>

<file path=ppt/theme/theme2.xml><?xml version="1.0" encoding="utf-8"?>
<a:theme xmlns:a="http://schemas.openxmlformats.org/drawingml/2006/main" name="1_Facette">
  <a:themeElements>
    <a:clrScheme name="Facette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Facette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te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CFBC31BA-B70F-4F30-BCAA-4F3011E16C4D}"/>
    </a:ext>
  </a:extLst>
</a:theme>
</file>

<file path=ppt/theme/theme3.xml><?xml version="1.0" encoding="utf-8"?>
<a:theme xmlns:a="http://schemas.openxmlformats.org/drawingml/2006/main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Organic</Template>
  <TotalTime>0</TotalTime>
  <Words>2171</Words>
  <Application>Microsoft Office PowerPoint</Application>
  <PresentationFormat>Grand écran</PresentationFormat>
  <Paragraphs>133</Paragraphs>
  <Slides>27</Slides>
  <Notes>0</Notes>
  <HiddenSlides>0</HiddenSlides>
  <MMClips>1</MMClips>
  <ScaleCrop>false</ScaleCrop>
  <HeadingPairs>
    <vt:vector size="6" baseType="variant">
      <vt:variant>
        <vt:lpstr>Polices utilisées</vt:lpstr>
      </vt:variant>
      <vt:variant>
        <vt:i4>8</vt:i4>
      </vt:variant>
      <vt:variant>
        <vt:lpstr>Thème</vt:lpstr>
      </vt:variant>
      <vt:variant>
        <vt:i4>2</vt:i4>
      </vt:variant>
      <vt:variant>
        <vt:lpstr>Titres des diapositives</vt:lpstr>
      </vt:variant>
      <vt:variant>
        <vt:i4>27</vt:i4>
      </vt:variant>
    </vt:vector>
  </HeadingPairs>
  <TitlesOfParts>
    <vt:vector size="37" baseType="lpstr">
      <vt:lpstr>Arial</vt:lpstr>
      <vt:lpstr>Forte</vt:lpstr>
      <vt:lpstr>Garamond</vt:lpstr>
      <vt:lpstr>Lucida Fax</vt:lpstr>
      <vt:lpstr>Matura MT Script Capitals</vt:lpstr>
      <vt:lpstr>Times New Roman</vt:lpstr>
      <vt:lpstr>Trebuchet MS</vt:lpstr>
      <vt:lpstr>Wingdings 3</vt:lpstr>
      <vt:lpstr>Facette</vt:lpstr>
      <vt:lpstr>1_Facette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信望爱之家</dc:title>
  <dc:subject/>
  <dc:creator>Microsoft Office User</dc:creator>
  <dc:description/>
  <cp:lastModifiedBy>Eglise Amour du Christ</cp:lastModifiedBy>
  <cp:revision>537</cp:revision>
  <dcterms:created xsi:type="dcterms:W3CDTF">2024-11-16T18:47:01Z</dcterms:created>
  <dcterms:modified xsi:type="dcterms:W3CDTF">2026-03-01T12:32:45Z</dcterms:modified>
  <dc:language>fr-FR</dc:languag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MClips">
    <vt:i4>5</vt:i4>
  </property>
  <property fmtid="{D5CDD505-2E9C-101B-9397-08002B2CF9AE}" pid="3" name="Notes">
    <vt:i4>1</vt:i4>
  </property>
  <property fmtid="{D5CDD505-2E9C-101B-9397-08002B2CF9AE}" pid="4" name="PresentationFormat">
    <vt:lpwstr>Grand écran</vt:lpwstr>
  </property>
  <property fmtid="{D5CDD505-2E9C-101B-9397-08002B2CF9AE}" pid="5" name="Slides">
    <vt:i4>22</vt:i4>
  </property>
</Properties>
</file>