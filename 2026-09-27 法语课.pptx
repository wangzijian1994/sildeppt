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27/09/2026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哥林多前书13：7  凡事包容。凡事相信。凡事盼望。凡事忍耐。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