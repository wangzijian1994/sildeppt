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26/07/2026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马太福音11：28 凡劳苦担重担的人，可以到我这里来，我就使你们得安息。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