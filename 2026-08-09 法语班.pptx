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09/08/2026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路加福音11：10因为凡祈求的就得着、寻找的就寻见。叩门的就给他开门。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