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19/04/2026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约翰福音1:3-5 约翰福音 3万物是籍着他造的； 凡被造的 没有一样不是籍着他造的。4 生命在他里头, 这生命就是人的光 。5 光照在黑暗里,黑暗却不接受光。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