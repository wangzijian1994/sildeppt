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266" r:id="rId4"/>
    <p:sldId id="264" r:id="rId5"/>
    <p:sldId id="269" r:id="rId6"/>
    <p:sldId id="270" r:id="rId7"/>
    <p:sldId id="271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95780" y="1191260"/>
            <a:ext cx="10396855" cy="5539740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br>
              <a: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上行之路（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br>
              <a: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</a:t>
            </a:r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经文：诗篇</a:t>
            </a:r>
            <a:r>
              <a:rPr lang="en-US" altLang="zh-CN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121</a:t>
            </a:r>
            <a:br>
              <a: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zh-CN" alt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640975" y="4488873"/>
            <a:ext cx="7863637" cy="1414789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zh-CN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65960" y="1343025"/>
            <a:ext cx="9123680" cy="363728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我</a:t>
            </a:r>
            <a:r>
              <a:rPr lang="zh-CN" altLang="en-US" sz="3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要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向山举目；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我的帮助从何而来？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我的帮助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从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造天地的耶和华而来。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他</a:t>
            </a:r>
            <a:r>
              <a:rPr lang="zh-CN" altLang="en-US" sz="3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必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不叫你的脚摇动；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保护你的</a:t>
            </a:r>
            <a:r>
              <a:rPr lang="zh-CN" altLang="en-US" sz="3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必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不打盹！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保护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以色列的，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也不打盹也不睡觉。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保护你的是耶和华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；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耶和华</a:t>
            </a:r>
            <a:r>
              <a:rPr lang="zh-CN" altLang="en-US" sz="3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你右边</a:t>
            </a:r>
            <a:r>
              <a:rPr lang="zh-CN" altLang="en-US" sz="3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荫庇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你。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白日，太阳</a:t>
            </a:r>
            <a:r>
              <a:rPr lang="zh-CN" altLang="en-US" sz="3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必不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伤你；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夜间，月亮</a:t>
            </a:r>
            <a:r>
              <a:rPr lang="zh-CN" altLang="en-US" sz="3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必不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害你。</a:t>
            </a:r>
            <a:r>
              <a:rPr lang="zh-CN" altLang="en-US" sz="3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耶和华要保护你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，免受一切的灾害。他要保护你的性命。你出你入，</a:t>
            </a:r>
            <a:r>
              <a:rPr lang="zh-CN" altLang="en-US" sz="3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耶和华要保护你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，从今时</a:t>
            </a:r>
            <a:r>
              <a:rPr lang="zh-CN" altLang="en-US" sz="3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直到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永远。诗篇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‬ ‭121‬:‭1‬-‭8‭</a:t>
            </a:r>
            <a:endParaRPr lang="en-US" altLang="zh-CN" sz="32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zh-CN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0575" y="1994535"/>
            <a:ext cx="11230610" cy="391668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）生命如何面对环境搅扰、生活困境、荆棘蒺藜</a:t>
            </a:r>
            <a:endParaRPr lang="zh-CN" altLang="en-US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）眼目如何从外到里，从下到上，从分散到专注</a:t>
            </a:r>
            <a:endParaRPr lang="zh-CN" altLang="en-US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）创造天地的神如何在我里面</a:t>
            </a: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（同在同行同程）</a:t>
            </a:r>
            <a:endParaRPr lang="zh-CN" altLang="en-US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zh-CN" altLang="en-US"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）乐施恩惠怜悯的神如何使我经历全人救赎恩典</a:t>
            </a:r>
            <a:endParaRPr lang="zh-CN" altLang="en-US" sz="36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人物分享：神保护帮助隐藏大卫</a:t>
            </a:r>
            <a:endParaRPr lang="zh-CN" altLang="en-US" sz="4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14475" y="1575435"/>
            <a:ext cx="10253345" cy="5429885"/>
          </a:xfrm>
        </p:spPr>
        <p:txBody>
          <a:bodyPr>
            <a:normAutofit fontScale="25000"/>
          </a:bodyPr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 sz="8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所以大卫求问耶和华说：「我去攻打那些非利士人可以不可以？」耶和华对大卫说：「你可以去攻打非利士人，拯救基伊拉。」撒母耳记上</a:t>
            </a:r>
            <a:r>
              <a:rPr lang="en-US" altLang="zh-CN" sz="8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‬ ‭23‬:‭2‬ ‭</a:t>
            </a:r>
            <a:endParaRPr lang="en-US" altLang="zh-CN" sz="8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8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亚希米勒的儿子亚比亚他逃到基伊拉见大卫的时候，手里拿着以弗得。撒母耳记上</a:t>
            </a:r>
            <a:r>
              <a:rPr lang="en-US" altLang="zh-CN" sz="8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‬ ‭23‬:‭6‬</a:t>
            </a:r>
            <a:endParaRPr lang="en-US" altLang="zh-CN" sz="8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8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大卫住在旷野的山寨里，常在西弗旷野的山地。扫罗天天寻索大卫，　</a:t>
            </a:r>
            <a:r>
              <a:rPr lang="zh-CN" altLang="en-US" sz="19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神却不将大卫交在他手里</a:t>
            </a:r>
            <a:r>
              <a:rPr lang="zh-CN" altLang="en-US" sz="8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。撒母耳记上</a:t>
            </a:r>
            <a:r>
              <a:rPr lang="en-US" altLang="zh-CN" sz="8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‬ ‭23‬:‭14‬ ‭</a:t>
            </a:r>
            <a:endParaRPr lang="en-US" altLang="zh-CN" sz="8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8800"/>
          </a:p>
          <a:p>
            <a:pPr marL="0" indent="0">
              <a:buNone/>
            </a:pPr>
            <a:r>
              <a:rPr lang="zh-CN" altLang="en-US" sz="8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扫罗的儿子约拿单起身，往那树林里去见大卫，</a:t>
            </a:r>
            <a:r>
              <a:rPr lang="zh-CN" altLang="en-US" sz="160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使他倚靠　神得以坚固</a:t>
            </a:r>
            <a:r>
              <a:rPr lang="zh-CN" altLang="en-US" sz="8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，撒母耳记上</a:t>
            </a:r>
            <a:r>
              <a:rPr lang="en-US" altLang="zh-CN" sz="8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‬ ‭23‬:‭16‬ ‭</a:t>
            </a:r>
            <a:endParaRPr lang="en-US" altLang="zh-CN" sz="8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8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8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37690" y="1352550"/>
            <a:ext cx="9666605" cy="4558665"/>
          </a:xfrm>
        </p:spPr>
        <p:txBody>
          <a:bodyPr>
            <a:normAutofit fontScale="50000"/>
          </a:bodyPr>
          <a:p>
            <a:pPr marL="0" indent="0">
              <a:buNone/>
            </a:pP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扫罗和跟随他的人去寻找大卫；有人告诉大卫，他就下到磐石，住在玛云的旷野。扫罗听见，便在玛云的旷野追赶大卫。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7335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扫罗在山这边走，大卫和跟随他的人在山那边走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。大卫急忙躲避扫罗；因为扫罗和跟随他的人，四面围住大卫和跟随他的人，要拿获他们。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6665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忽有使者来报告扫罗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说：「非利士人犯境抢掠，请王快快回去！」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于是扫罗不追赶大卫，回去攻打非利士人。因此那地方名叫</a:t>
            </a:r>
            <a:r>
              <a:rPr lang="zh-CN" altLang="en-US" sz="88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西拉</a:t>
            </a:r>
            <a:r>
              <a:rPr lang="en-US" altLang="zh-CN" sz="88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‧</a:t>
            </a:r>
            <a:r>
              <a:rPr lang="zh-CN" altLang="en-US" sz="88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哈玛希罗结（被神隔离分开）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。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大卫从那里上去，住在隐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‧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基底的山寨里。撒母耳记上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‬ ‭23‬:‭25‬-‭29‬ ‭</a:t>
            </a:r>
            <a:endParaRPr lang="en-US" altLang="zh-CN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思考问题：</a:t>
            </a:r>
            <a:endParaRPr lang="zh-CN" altLang="en-US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02105" y="1664335"/>
            <a:ext cx="9902190" cy="4246880"/>
          </a:xfrm>
        </p:spPr>
        <p:txBody>
          <a:bodyPr/>
          <a:p>
            <a:pPr marL="0" indent="0">
              <a:buNone/>
            </a:pP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）我有没有遇到困境时第一时间向神举目，向神寻求帮助？</a:t>
            </a:r>
            <a:endParaRPr lang="zh-CN" altLang="en-US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）有哪件事、哪一个时刻你觉得神把你隐藏保护你？</a:t>
            </a:r>
            <a:endParaRPr lang="zh-CN" altLang="en-US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66870" y="488315"/>
            <a:ext cx="7337425" cy="1416685"/>
          </a:xfrm>
        </p:spPr>
        <p:txBody>
          <a:bodyPr/>
          <a:p>
            <a:r>
              <a:rPr lang="en-US" altLang="zh-CN" sz="5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zh-CN" altLang="en-US" sz="5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结语</a:t>
            </a:r>
            <a:endParaRPr lang="zh-CN" altLang="en-US" sz="5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2460" y="1978660"/>
            <a:ext cx="9944100" cy="3932555"/>
          </a:xfrm>
        </p:spPr>
        <p:txBody>
          <a:bodyPr/>
          <a:p>
            <a:pPr marL="0" indent="0">
              <a:buNone/>
            </a:pPr>
            <a:r>
              <a:rPr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住在至高者隐密处的，必住在全能者的荫下。我要论到耶和华说：祂是我的避难所，是我的山寨，是我的神，是我所依靠的。诗篇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91:1-2 ‭</a:t>
            </a:r>
            <a:endParaRPr lang="en-US" altLang="zh-CN" sz="4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155575" y="37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丝状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953</Words>
  <Application>WPS 演示</Application>
  <PresentationFormat>宽屏</PresentationFormat>
  <Paragraphs>41</Paragraphs>
  <Slides>7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Wingdings 3</vt:lpstr>
      <vt:lpstr>Symbol</vt:lpstr>
      <vt:lpstr>Arial</vt:lpstr>
      <vt:lpstr>Century Gothic</vt:lpstr>
      <vt:lpstr>幼圆</vt:lpstr>
      <vt:lpstr>微软雅黑</vt:lpstr>
      <vt:lpstr>Arial Unicode MS</vt:lpstr>
      <vt:lpstr>Calibri</vt:lpstr>
      <vt:lpstr>丝状</vt:lpstr>
      <vt:lpstr>                                            上行之路（2）         经文：诗篇121        </vt:lpstr>
      <vt:lpstr> </vt:lpstr>
      <vt:lpstr> </vt:lpstr>
      <vt:lpstr>人物分享：神保护帮助隐藏大卫</vt:lpstr>
      <vt:lpstr> </vt:lpstr>
      <vt:lpstr>思考问题：</vt:lpstr>
      <vt:lpstr>   结语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设立庇护城的 神</dc:title>
  <dc:creator>XiaoLu Hou</dc:creator>
  <cp:lastModifiedBy>hxl</cp:lastModifiedBy>
  <cp:revision>52</cp:revision>
  <dcterms:created xsi:type="dcterms:W3CDTF">2022-10-09T01:01:00Z</dcterms:created>
  <dcterms:modified xsi:type="dcterms:W3CDTF">2026-03-27T09:43:01Z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FD19F4C816D04521ACA1B824CF1BDCA6_13</vt:lpwstr>
  </property>
  <property fmtid="{D5CDD505-2E9C-101B-9397-08002B2CF9AE}" pid="3" name="KSOProductBuildVer">
    <vt:lpwstr>2052-12.1.0.25225</vt:lpwstr>
  </property>
</Properties>
</file>