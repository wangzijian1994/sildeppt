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10"/>
    <p:sldId id="259" r:id="rId12"/>
    <p:sldId id="260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22/02/2026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4000" b="1" strike="noStrike" spc="-1" dirty="0">
                <a:solidFill>
                  <a:schemeClr val="dk1"/>
                </a:solidFill>
                <a:latin typeface="Garamond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约翰福音14：21 有了我命令又遵守的，这人就是爱我的，爱我的必蒙我父爱他，我也要爱他，并且要向他显现。   阿们！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/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Celui qui a mes commandements et qui les garde, c'est celui qui m'aime; et celui qui m'aime sera aimé de mon Père, je l'aimerai, et je me ferai connaître à lui.Amen!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 algn="l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/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accent5">
                    <a:lumMod val="50000"/>
                  </a:schemeClr>
                </a:solidFill>
                <a:latin typeface="Garamond"/>
              </a:rPr>
              <a:t/>
            </a:r>
            <a:r>
              <a:rPr lang="zh-CN" sz="3800" b="1" strike="noStrike" spc="-1" dirty="0">
                <a:solidFill>
                  <a:schemeClr val="dk1"/>
                </a:solidFill>
                <a:latin typeface="Garamond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2628</Words>
  <Application>Microsoft Office PowerPoint</Application>
  <PresentationFormat>Grand écran</PresentationFormat>
  <Paragraphs>129</Paragraphs>
  <Slides>27</Slides>
  <Notes>1</Notes>
  <HiddenSlides>0</HiddenSlides>
  <MMClips>4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Century Gothic</vt:lpstr>
      <vt:lpstr>Forte</vt:lpstr>
      <vt:lpstr>Garamond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 宣召经文以弗所书 3:20  </vt:lpstr>
      <vt:lpstr>         敬拜赞美   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493</cp:revision>
  <dcterms:created xsi:type="dcterms:W3CDTF">2024-11-16T18:47:01Z</dcterms:created>
  <dcterms:modified xsi:type="dcterms:W3CDTF">2026-01-01T22:05:33Z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