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960" r:id="rId1"/>
    <p:sldMasterId id="2147483977" r:id="rId2"/>
  </p:sldMasterIdLst>
  <p:notesMasterIdLst>
    <p:notesMasterId r:id="rId30"/>
  </p:notesMasterIdLst>
  <p:sldIdLst>
    <p:sldId id="256" r:id="rId3"/>
    <p:sldId id="257" r:id="rId10"/>
    <p:sldId id="261" r:id="rId13"/>
    <p:sldId id="281" r:id="rId8"/>
    <p:sldId id="282" r:id="rId7"/>
    <p:sldId id="283" r:id="rId6"/>
    <p:sldId id="284" r:id="rId5"/>
    <p:sldId id="285" r:id="rId4"/>
    <p:sldId id="262" r:id="rId14"/>
    <p:sldId id="263" r:id="rId12"/>
    <p:sldId id="264" r:id="rId11"/>
    <p:sldId id="265" r:id="rId15"/>
    <p:sldId id="266" r:id="rId16"/>
    <p:sldId id="267" r:id="rId17"/>
    <p:sldId id="268" r:id="rId18"/>
    <p:sldId id="269" r:id="rId19"/>
    <p:sldId id="270" r:id="rId20"/>
    <p:sldId id="274" r:id="rId24"/>
    <p:sldId id="275" r:id="rId25"/>
    <p:sldId id="276" r:id="rId26"/>
    <p:sldId id="277" r:id="rId27"/>
    <p:sldId id="271" r:id="rId21"/>
    <p:sldId id="272" r:id="rId22"/>
    <p:sldId id="273" r:id="rId23"/>
    <p:sldId id="279" r:id="rId29"/>
    <p:sldId id="278" r:id="rId28"/>
    <p:sldId id="280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glise Amour du Christ" initials="EA" lastIdx="1" clrIdx="0">
    <p:extLst>
      <p:ext uri="{19B8F6BF-5375-455C-9EA6-DF929625EA0E}">
        <p15:presenceInfo xmlns:p15="http://schemas.microsoft.com/office/powerpoint/2012/main" userId="654ad27f97eb41a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27.xml"/><Relationship Id="rId10" Type="http://schemas.openxmlformats.org/officeDocument/2006/relationships/slide" Target="slides/slide2.xml"/><Relationship Id="rId11" Type="http://schemas.openxmlformats.org/officeDocument/2006/relationships/slide" Target="slides/slide11.xml"/><Relationship Id="rId12" Type="http://schemas.openxmlformats.org/officeDocument/2006/relationships/slide" Target="slides/slide10.xml"/><Relationship Id="rId13" Type="http://schemas.openxmlformats.org/officeDocument/2006/relationships/slide" Target="slides/slide3.xml"/><Relationship Id="rId14" Type="http://schemas.openxmlformats.org/officeDocument/2006/relationships/slide" Target="slides/slide9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6.xml"/><Relationship Id="rId29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31" Type="http://schemas.openxmlformats.org/officeDocument/2006/relationships/commentAuthors" Target="commentAuthors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Garamond"/>
              </a:rPr>
              <a:t>Cliquez pour déplacer la diapo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Cliquez pour modifier le format des notes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&lt;en-tête&gt;</a:t>
            </a:r>
          </a:p>
        </p:txBody>
      </p:sp>
      <p:sp>
        <p:nvSpPr>
          <p:cNvPr id="97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&lt;date/heure&gt;</a:t>
            </a:r>
          </a:p>
        </p:txBody>
      </p:sp>
      <p:sp>
        <p:nvSpPr>
          <p:cNvPr id="98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9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B3F02E8A-0B87-4D74-B786-652903AC3865}" type="slidenum"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‹N°›</a:t>
            </a:fld>
            <a:endParaRPr lang="fr-FR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1090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45018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8339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84403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92913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49479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74174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11772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36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43775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04516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545375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32500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138709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92100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902726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784434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04271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5900911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848463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774975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977734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0917831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116226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476559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401722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86284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0134964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5739910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9900089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304138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585909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0.xml"/><Relationship Id="rId15" Type="http://schemas.openxmlformats.org/officeDocument/2006/relationships/slideLayout" Target="../slideLayouts/slideLayout31.xml"/><Relationship Id="rId16" Type="http://schemas.openxmlformats.org/officeDocument/2006/relationships/slideLayout" Target="../slideLayouts/slideLayout32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4706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1" r:id="rId1"/>
    <p:sldLayoutId id="2147483962" r:id="rId2"/>
    <p:sldLayoutId id="2147483963" r:id="rId3"/>
    <p:sldLayoutId id="2147483964" r:id="rId4"/>
    <p:sldLayoutId id="2147483965" r:id="rId5"/>
    <p:sldLayoutId id="2147483966" r:id="rId6"/>
    <p:sldLayoutId id="2147483967" r:id="rId7"/>
    <p:sldLayoutId id="2147483968" r:id="rId8"/>
    <p:sldLayoutId id="2147483969" r:id="rId9"/>
    <p:sldLayoutId id="2147483970" r:id="rId10"/>
    <p:sldLayoutId id="2147483971" r:id="rId11"/>
    <p:sldLayoutId id="2147483972" r:id="rId12"/>
    <p:sldLayoutId id="2147483973" r:id="rId13"/>
    <p:sldLayoutId id="2147483974" r:id="rId14"/>
    <p:sldLayoutId id="2147483975" r:id="rId15"/>
    <p:sldLayoutId id="21474839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35642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8" r:id="rId1"/>
    <p:sldLayoutId id="2147483979" r:id="rId2"/>
    <p:sldLayoutId id="2147483980" r:id="rId3"/>
    <p:sldLayoutId id="2147483981" r:id="rId4"/>
    <p:sldLayoutId id="2147483982" r:id="rId5"/>
    <p:sldLayoutId id="2147483983" r:id="rId6"/>
    <p:sldLayoutId id="2147483984" r:id="rId7"/>
    <p:sldLayoutId id="2147483985" r:id="rId8"/>
    <p:sldLayoutId id="2147483986" r:id="rId9"/>
    <p:sldLayoutId id="2147483987" r:id="rId10"/>
    <p:sldLayoutId id="2147483988" r:id="rId11"/>
    <p:sldLayoutId id="2147483989" r:id="rId12"/>
    <p:sldLayoutId id="2147483990" r:id="rId13"/>
    <p:sldLayoutId id="2147483991" r:id="rId14"/>
    <p:sldLayoutId id="2147483992" r:id="rId15"/>
    <p:sldLayoutId id="21474839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法语课 Bienvenue !
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>22/02/2026 
</a:t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>              13h30-14h30
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40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40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40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40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40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
约翰福音14：21 有了我命令又遵守的，这人就是爱我的，爱我的必蒙我父爱他，我也要爱他，并且要向他显现。   阿们！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
Celui qui a mes commandements et qui les garde, c'est celui qui m'aime; et celui qui m'aime sera aimé de mon Père, je l'aimerai, et je me ferai connaître à lui.Amen!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Révision Alphabet français 复习一下，谁能把法语字母读一遍?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发音规则1，字母e在单词末尾不发音  
la table 书桌 la pomme 苹果 
la robe 连衣裙 la porte 门 
la vie 人生 la voiture 汽车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发音规则2，如果是辅音在词尾大概率不发音  
l'art 艺术 l'avis' 意见 
fort 强 forte 强 
lent 慢 bas 低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发音规则3，CFLR辅音在词尾发音  
le sac 包 avec 一起 
le chef 首长 neuf 新的 
mal 疼痛，不好 journal 日记日报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Dictée Vous êtes prêts? 
Dio_ 一款香水 
Pa__s 巴黎 
la F_ance 法国 
 La Pharmac_e 药店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[ɛ]     è, ê, ai   
aimer 爱
lait 牛奶, café au lait 
Le Père 父亲 La mère 母亲 Les Frères 兄弟 
La mer 大海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[e]     é, -er, -ez -es   
été l'été 夏天
café, le café 咖啡 
l'église 教堂 
année 年 Bonne année 新年快乐
aller 去 Allez 加油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一些基础的句子   
J'aime le café au lait 我爱牛奶咖啡
J'aime la mer 我爱大海 
J'aime ma mère 我爱我的妈妈
Vous êtes prêts ? 你们准备好了吗?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Dictée Vous êtes prêts? 听写测试，准备好了吗?   
J'__me la France 我爱法国
Je suis pr_t,e ! 我准备好了
 All__ OM ! 加油马赛! 
 Bonne ann_e ! 新年快乐！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一点复盘 
1 还有很多词也是这些发音，课下请寻找并练习 
2 在法语中，事务不是单独出现的，总是有le la les l'在前面，就像人必须穿上衣服才可以出门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一点复盘 
3 法语的句子结构不难，就是 
- 某人某物做了某事 
- 某人某物是什么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[a]  a, à 
l'année 年
- Voilà 就是这样 
- Tu es là? 你在吗？
 Je suis là 我在 
 ça va? 你好吗？ça va. 我很好
Je m'appelle 我叫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[y]  u, û 
La Rue 街道
- La Préfecture 警察局 
- Salut ça va?
Bien Sûr! 当然
Dessus 上面
Le Bureau 办公室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[i]  i, y, î 
Le Stylo 水笔
- Paris 巴黎 
Le riz 米饭
Saint Denis 93省的名字
l'île de France 法兰西岛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[u] ou 
Tout va bien? 一切都好吗？ 
C'est tout 就这样
Le boulevard 林荫大道
Doux 甜美的柔和的
Rouen 鲁昂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[wa] oi oy 
C'est toi? 是你？ 
Au revoir再见
Bonsoir晚上好
Le Poisson 鱼
Trois 3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tu vous toi 的使用，都是你，
但tu一般放在句首发出动作，vous用于复数或尊称，
toi用于强调或独立使用。放在句末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几个例子
Comment allez-vous? 您最近还好吗？
On va aller chez toi 去你家
Tu es mon ami 你是我朋友
C'est toi.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一些句子 
Tu aimes Paris? 你喜欢巴黎
- Bien sûr! 当然
Je m'appelle Zijian, j'habite à Paris 我叫子健我住巴黎
- Enchanté! 很高兴认识你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Dictée Test Vous êtes prêtes? 
S_l_t ! (你好)
-T_ es sûr ? (你确定吗？)
Tu t'_ppelles comment? 你叫什么名字？
- Je m'_ppelle ..., je s_is ...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复盘一下
1 法语句子如果是问句口语中直接升调就可以 
2 把上面讲的单词活学活用你们可以用法语做自我介绍了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实用的技能: compter 1-10
un,une - 1 deux -2
trois - 3 quatre - 4 cinq - 5
six - 6 sept - 7 huit - 8
neuf - 9 dix - 10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实用对话
1 Bonjour Madame, ça côute combien pour un café? 
ça coûte 2 euros.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5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1_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2628</Words>
  <Application>Microsoft Office PowerPoint</Application>
  <PresentationFormat>Grand écran</PresentationFormat>
  <Paragraphs>129</Paragraphs>
  <Slides>27</Slides>
  <Notes>1</Notes>
  <HiddenSlides>0</HiddenSlides>
  <MMClips>4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27</vt:i4>
      </vt:variant>
    </vt:vector>
  </HeadingPairs>
  <TitlesOfParts>
    <vt:vector size="37" baseType="lpstr">
      <vt:lpstr>Arial</vt:lpstr>
      <vt:lpstr>Century Gothic</vt:lpstr>
      <vt:lpstr>Forte</vt:lpstr>
      <vt:lpstr>Garamond</vt:lpstr>
      <vt:lpstr>Matura MT Script Capitals</vt:lpstr>
      <vt:lpstr>Times New Roman</vt:lpstr>
      <vt:lpstr>Trebuchet MS</vt:lpstr>
      <vt:lpstr>Wingdings 3</vt:lpstr>
      <vt:lpstr>Facette</vt:lpstr>
      <vt:lpstr>1_Facette</vt:lpstr>
      <vt:lpstr>Présentation PowerPoint</vt:lpstr>
      <vt:lpstr> 宣召经文以弗所书 3:20  </vt:lpstr>
      <vt:lpstr>         敬拜赞美      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信望爱之家</dc:title>
  <dc:subject/>
  <dc:creator>Microsoft Office User</dc:creator>
  <dc:description/>
  <cp:lastModifiedBy>Eglise Amour du Christ</cp:lastModifiedBy>
  <cp:revision>493</cp:revision>
  <dcterms:created xsi:type="dcterms:W3CDTF">2024-11-16T18:47:01Z</dcterms:created>
  <dcterms:modified xsi:type="dcterms:W3CDTF">2026-01-01T22:05:33Z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5</vt:i4>
  </property>
  <property fmtid="{D5CDD505-2E9C-101B-9397-08002B2CF9AE}" pid="3" name="Notes">
    <vt:i4>1</vt:i4>
  </property>
  <property fmtid="{D5CDD505-2E9C-101B-9397-08002B2CF9AE}" pid="4" name="PresentationFormat">
    <vt:lpwstr>Grand écran</vt:lpwstr>
  </property>
  <property fmtid="{D5CDD505-2E9C-101B-9397-08002B2CF9AE}" pid="5" name="Slides">
    <vt:i4>22</vt:i4>
  </property>
</Properties>
</file>