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03/05/2026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约翰福音1:16 从他丰满的恩典里，我们都领受了，而且恩上加恩。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