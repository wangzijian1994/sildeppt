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25/10/2026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诗篇55:22 你要把你的重担卸给耶和华，他必抚养你；他永不叫义人动摇。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