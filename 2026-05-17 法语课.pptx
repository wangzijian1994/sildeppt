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27"/>
    <p:sldId id="282" r:id="rId5"/>
    <p:sldId id="283" r:id="rId6"/>
    <p:sldId id="284" r:id="rId7"/>
    <p:sldId id="286" r:id="rId8"/>
    <p:sldId id="285" r:id="rId9"/>
    <p:sldId id="287" r:id="rId36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81" r:id="rId4"/>
    <p:sldId id="28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5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17/05/2026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约翰福音1: 18从来没有人看见神，只有在父怀里的独生子将他表明出来。</a:t>
            </a:r>
            <a:r>
              <a:rPr b="1" sz="3200">
                <a:latin typeface="STXingkai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3200">
                <a:latin typeface="STXingkai"/>
              </a:rPr>
              <a:t/>
            </a:r>
            <a:r>
              <a:rPr b="1" sz="32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table 书桌 la pomme 苹果 
la robe 连衣裙 la porte 门 
la vie 人生 la voiture 汽车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poste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邮局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timbre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邮票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4000" b="1" spc="-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Cinquante 50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l‘art 艺术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l’avis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意见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colis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包裹 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poulet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鸡肉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fort 强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forte 强 
lent 慢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bas 低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sac 包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avec 一起 
le chef 首长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neuf 新的 
mal 疼痛，不好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J’ai du mal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E5521F-E48A-4016-9A5B-21889154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Dio_ 一款香水 
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P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Dictée, vous êtes prêts ?
Bonjou_ ! Vot_e coli_ est arrivé ! 
您好，您的包裹送达了
Il y a une po__e sur la tab__. 
桌子上有一个🍎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aimer 爱
lait 牛奶,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café au lait 
Le Père 父亲 La mère 母亲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Les Frères 兄弟 
La mer 大海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le quai 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站台 码头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1551398" y="511560"/>
            <a:ext cx="8350042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l‘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或者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un une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l'année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年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Voilà 就是这样 
Tu es là? 你在吗？
Je suis là 我在 
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Rue 街道
La Préfecture 警察局 
Salut ça va?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你好，你好吗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Stylo 水笔
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字母/组合：eu, œu 
-eu 和 œu 在词尾闭音节（后无发音辅音或词尾）时，发音为 [ø]，如 deux 2. La peur 害怕
- 在其他位置，eu 和 œu 发音为 [œ] 如le cœur 心脏、la sœur 姐妹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vous toi 的使用，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19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  Enchanté   </a:t>
            </a:r>
            <a:r>
              <a:rPr lang="zh-CN" alt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
约翰福音1:14 道成了肉身，住在我们中间，充充滿满地有恩典，有真理。我们也见过他的荣光，正是父独生子的荣光。</a:t>
            </a: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/>
            </a:r>
          </a:p>
          <a:p>
            <a:pPr algn="l" defTabSz="457200">
              <a:lnSpc>
                <a:spcPct val="100000"/>
              </a:lnSpc>
            </a:pP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altLang="zh-CN" sz="3200" b="1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endParaRPr lang="fr-FR" altLang="zh-CN" sz="3200" b="1" strike="noStrike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Révision Alphabet français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复习一下，谁能把法语字母读一遍?</a:t>
            </a:r>
            <a:endParaRPr lang="fr-FR" sz="36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2171</Words>
  <Application>Microsoft Office PowerPoint</Application>
  <PresentationFormat>Grand écran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Forte</vt:lpstr>
      <vt:lpstr>Garamond</vt:lpstr>
      <vt:lpstr>Lucida Fax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537</cp:revision>
  <dcterms:created xsi:type="dcterms:W3CDTF">2024-11-16T18:47:01Z</dcterms:created>
  <dcterms:modified xsi:type="dcterms:W3CDTF">2026-03-01T12:32:45Z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