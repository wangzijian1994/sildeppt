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960" r:id="rId1"/>
    <p:sldMasterId id="2147483977" r:id="rId2"/>
  </p:sldMasterIdLst>
  <p:notesMasterIdLst>
    <p:notesMasterId r:id="rId24"/>
  </p:notesMasterIdLst>
  <p:sldIdLst>
    <p:sldId id="256" r:id="rId3"/>
    <p:sldId id="257" r:id="rId4"/>
    <p:sldId id="258" r:id="rId5"/>
    <p:sldId id="486" r:id="rId20"/>
    <p:sldId id="487" r:id="rId19"/>
    <p:sldId id="488" r:id="rId18"/>
    <p:sldId id="262" r:id="rId9"/>
    <p:sldId id="263" r:id="rId10"/>
    <p:sldId id="264" r:id="rId11"/>
    <p:sldId id="275" r:id="rId21"/>
    <p:sldId id="276" r:id="rId22"/>
    <p:sldId id="277" r:id="rId2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glise Amour du Christ" initials="EA" lastIdx="1" clrIdx="0">
    <p:extLst>
      <p:ext uri="{19B8F6BF-5375-455C-9EA6-DF929625EA0E}">
        <p15:presenceInfo xmlns:p15="http://schemas.microsoft.com/office/powerpoint/2012/main" userId="654ad27f97eb41a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8" Type="http://schemas.openxmlformats.org/officeDocument/2006/relationships/slide" Target="slides/slide6.xml"/><Relationship Id="rId19" Type="http://schemas.openxmlformats.org/officeDocument/2006/relationships/slide" Target="slides/slide5.xml"/><Relationship Id="rId20" Type="http://schemas.openxmlformats.org/officeDocument/2006/relationships/slide" Target="slides/slide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Relationship Id="rId25" Type="http://schemas.openxmlformats.org/officeDocument/2006/relationships/commentAuthors" Target="commentAuthors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1-10T08:18:52.903" idx="1">
    <p:pos x="10" y="10"/>
    <p:text/>
    <p:extLst>
      <p:ext uri="{C676402C-5697-4E1C-873F-D02D1690AC5C}">
        <p15:threadingInfo xmlns:p15="http://schemas.microsoft.com/office/powerpoint/2012/main" timeZoneBias="-60"/>
      </p:ext>
    </p:extLs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Garamond"/>
              </a:rPr>
              <a:t>Cliquez pour déplacer la diapo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Cliquez pour modifier le format des notes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&lt;en-tête&gt;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&lt;date/heure&gt;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3F02E8A-0B87-4D74-B786-652903AC3865}" type="slidenum"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‹N°›</a:t>
            </a:fld>
            <a:endParaRPr lang="fr-F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buNone/>
            </a:pPr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fr-FR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60B2292-6F58-49BF-B588-B3FCA37A791D}" type="slidenum">
              <a:rPr lang="fr-FR" sz="1200" b="0" strike="noStrike" spc="-1">
                <a:solidFill>
                  <a:srgbClr val="000000"/>
                </a:solidFill>
                <a:latin typeface="Times New Roman"/>
              </a:rPr>
              <a:t>9</a:t>
            </a:fld>
            <a:endParaRPr lang="fr-FR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1090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4501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8339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4403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2913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4947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74174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11772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36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43775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04516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545375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32500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3870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92100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902726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784434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04271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590091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848463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774975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977734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091783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116226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47655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401722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86284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0134964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73991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9900089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304138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85909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31.xml"/><Relationship Id="rId16" Type="http://schemas.openxmlformats.org/officeDocument/2006/relationships/slideLayout" Target="../slideLayouts/slideLayout32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4706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62" r:id="rId2"/>
    <p:sldLayoutId id="2147483963" r:id="rId3"/>
    <p:sldLayoutId id="2147483964" r:id="rId4"/>
    <p:sldLayoutId id="2147483965" r:id="rId5"/>
    <p:sldLayoutId id="2147483966" r:id="rId6"/>
    <p:sldLayoutId id="2147483967" r:id="rId7"/>
    <p:sldLayoutId id="2147483968" r:id="rId8"/>
    <p:sldLayoutId id="2147483969" r:id="rId9"/>
    <p:sldLayoutId id="2147483970" r:id="rId10"/>
    <p:sldLayoutId id="2147483971" r:id="rId11"/>
    <p:sldLayoutId id="2147483972" r:id="rId12"/>
    <p:sldLayoutId id="2147483973" r:id="rId13"/>
    <p:sldLayoutId id="2147483974" r:id="rId14"/>
    <p:sldLayoutId id="2147483975" r:id="rId15"/>
    <p:sldLayoutId id="21474839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35642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8" r:id="rId1"/>
    <p:sldLayoutId id="2147483979" r:id="rId2"/>
    <p:sldLayoutId id="2147483980" r:id="rId3"/>
    <p:sldLayoutId id="2147483981" r:id="rId4"/>
    <p:sldLayoutId id="2147483982" r:id="rId5"/>
    <p:sldLayoutId id="2147483983" r:id="rId6"/>
    <p:sldLayoutId id="2147483984" r:id="rId7"/>
    <p:sldLayoutId id="2147483985" r:id="rId8"/>
    <p:sldLayoutId id="2147483986" r:id="rId9"/>
    <p:sldLayoutId id="2147483987" r:id="rId10"/>
    <p:sldLayoutId id="2147483988" r:id="rId11"/>
    <p:sldLayoutId id="2147483989" r:id="rId12"/>
    <p:sldLayoutId id="2147483990" r:id="rId13"/>
    <p:sldLayoutId id="2147483991" r:id="rId14"/>
    <p:sldLayoutId id="2147483992" r:id="rId15"/>
    <p:sldLayoutId id="21474839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omments" Target="../comments/commen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8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主日崇拜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2400" b="1" strike="noStrike" spc="-1">
                <a:solidFill>
                  <a:schemeClr val="dk1"/>
                </a:solidFill>
                <a:latin typeface="Matura MT Script Capitals"/>
              </a:rPr>
              <a:t>                  24/05/2026</a:t>
            </a:r>
            <a:r>
              <a:rPr lang="fr-FR" sz="2400" b="1" strike="noStrike" spc="-1" dirty="0">
                <a:solidFill>
                  <a:schemeClr val="dk1"/>
                </a:solidFill>
                <a:latin typeface="Matura MT Script Capitals"/>
              </a:rPr>
              <a:t> 15h-17h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200" b="1" strike="noStrike" spc="-1" dirty="0">
                <a:solidFill>
                  <a:schemeClr val="dk1"/>
                </a:solidFill>
                <a:latin typeface="Garamond"/>
              </a:rPr>
              <a:t>如今常存的有</a:t>
            </a:r>
            <a:r>
              <a:rPr lang="zh-CN" sz="32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>信</a:t>
            </a:r>
            <a:r>
              <a:rPr lang="zh-CN" sz="3200" b="1" strike="noStrike" spc="-1" dirty="0">
                <a:solidFill>
                  <a:schemeClr val="dk1"/>
                </a:solidFill>
                <a:latin typeface="Garamond"/>
              </a:rPr>
              <a:t>，有</a:t>
            </a:r>
            <a:r>
              <a:rPr lang="zh-CN" sz="32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>望</a:t>
            </a:r>
            <a:r>
              <a:rPr lang="zh-CN" sz="3200" b="1" strike="noStrike" spc="-1" dirty="0">
                <a:solidFill>
                  <a:schemeClr val="dk1"/>
                </a:solidFill>
                <a:latin typeface="Garamond"/>
              </a:rPr>
              <a:t>，有</a:t>
            </a:r>
            <a:r>
              <a:rPr lang="zh-CN" sz="32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>爱</a:t>
            </a:r>
            <a:r>
              <a:rPr lang="zh-CN" sz="3200" b="1" strike="noStrike" spc="-1" dirty="0">
                <a:solidFill>
                  <a:schemeClr val="dk1"/>
                </a:solidFill>
                <a:latin typeface="Garamond"/>
              </a:rPr>
              <a:t>；这三样，其中最大的是</a:t>
            </a:r>
            <a:r>
              <a:rPr lang="zh-CN" sz="32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>爱</a:t>
            </a:r>
            <a:r>
              <a:rPr lang="zh-CN" sz="3200" b="1" strike="noStrike" spc="-1" dirty="0">
                <a:solidFill>
                  <a:schemeClr val="dk1"/>
                </a:solidFill>
                <a:latin typeface="Garamond"/>
              </a:rPr>
              <a:t>。
                                接待 宋利忠弟兄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 idx="4294967295"/>
          </p:nvPr>
        </p:nvSpPr>
        <p:spPr>
          <a:xfrm>
            <a:off x="0" y="493142"/>
            <a:ext cx="10518775" cy="1282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6000" b="1" strike="noStrike" spc="-1" dirty="0">
                <a:solidFill>
                  <a:srgbClr val="7030A0"/>
                </a:solidFill>
                <a:latin typeface="Garamond"/>
                <a:ea typeface="华文中宋"/>
              </a:rPr>
              <a:t> </a:t>
            </a:r>
            <a:r>
              <a:rPr lang="zh-CN" sz="9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  <a:ea typeface="华文中宋"/>
              </a:rPr>
              <a:t>宣召经文</a:t>
            </a:r>
            <a:r>
              <a:rPr lang="zh-CN" altLang="fr-FR" sz="3100" b="1" strike="noStrike" spc="-1" dirty="0">
                <a:solidFill>
                  <a:schemeClr val="tx1"/>
                </a:solidFill>
                <a:latin typeface="Garamond"/>
                <a:ea typeface="华文中宋"/>
              </a:rPr>
              <a:t>提摩太前书</a:t>
            </a:r>
            <a:r>
              <a:rPr lang="zh-CN" sz="3100" b="1" strike="noStrike" spc="-1" dirty="0">
                <a:solidFill>
                  <a:schemeClr val="tx1"/>
                </a:solidFill>
                <a:latin typeface="Garamond"/>
                <a:ea typeface="华文中宋"/>
              </a:rPr>
              <a:t> </a:t>
            </a:r>
            <a:r>
              <a:rPr lang="fr-FR" altLang="zh-CN" sz="3100" b="1" spc="-1" dirty="0">
                <a:solidFill>
                  <a:schemeClr val="tx1"/>
                </a:solidFill>
                <a:latin typeface="Garamond"/>
                <a:ea typeface="华文中宋"/>
              </a:rPr>
              <a:t>6:19</a:t>
            </a:r>
            <a:r>
              <a:rPr lang="zh-CN" sz="3100" b="1" strike="noStrike" spc="-1" dirty="0">
                <a:solidFill>
                  <a:schemeClr val="tx1"/>
                </a:solidFill>
                <a:latin typeface="Garamond"/>
                <a:ea typeface="华文中宋"/>
              </a:rPr>
              <a:t>  </a:t>
            </a:r>
            <a:endParaRPr lang="en-US" sz="3100" b="0" strike="noStrike" spc="-1" dirty="0">
              <a:solidFill>
                <a:schemeClr val="tx1"/>
              </a:solidFill>
              <a:latin typeface="Garamond"/>
            </a:endParaRPr>
          </a:p>
        </p:txBody>
      </p:sp>
      <p:sp>
        <p:nvSpPr>
          <p:cNvPr id="103" name="Rectangle 2"/>
          <p:cNvSpPr/>
          <p:nvPr/>
        </p:nvSpPr>
        <p:spPr>
          <a:xfrm>
            <a:off x="4253401" y="5894462"/>
            <a:ext cx="3022226" cy="9526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2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>领会</a:t>
            </a:r>
            <a:r>
              <a:rPr lang="fr-FR" sz="2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>: </a:t>
            </a:r>
            <a:r>
              <a:rPr lang="zh-CN" altLang="fr-FR" sz="2800" b="1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>吉哪姐妹</a:t>
            </a:r>
            <a:endParaRPr lang="fr-FR" altLang="zh-CN" sz="2800" b="1" strike="noStrike" spc="-1" dirty="0">
              <a:solidFill>
                <a:schemeClr val="accent5">
                  <a:lumMod val="50000"/>
                </a:schemeClr>
              </a:solidFill>
              <a:latin typeface="Garamond"/>
            </a:endParaRPr>
          </a:p>
          <a:p>
            <a:pPr defTabSz="457200">
              <a:lnSpc>
                <a:spcPct val="100000"/>
              </a:lnSpc>
            </a:pPr>
            <a:endParaRPr lang="fr-FR" sz="2800" b="1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78034C6-42A4-850D-8EC6-796AAE3EDD15}"/>
              </a:ext>
            </a:extLst>
          </p:cNvPr>
          <p:cNvSpPr txBox="1"/>
          <p:nvPr/>
        </p:nvSpPr>
        <p:spPr>
          <a:xfrm>
            <a:off x="965771" y="3108403"/>
            <a:ext cx="942140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fr-FR" sz="4400" b="1" dirty="0"/>
              <a:t>为自己积成美好的根基，预备将来，叫他们持定那真正的生命。 感谢主！</a:t>
            </a:r>
            <a:r>
              <a:rPr sz="2000" b="1">
                <a:latin typeface="STXingkai"/>
              </a:rPr>
              <a:t/>
            </a:r>
            <a:r>
              <a:rPr b="1" sz="2000">
                <a:latin typeface="STXingkai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 idx="4294967295"/>
          </p:nvPr>
        </p:nvSpPr>
        <p:spPr>
          <a:xfrm>
            <a:off x="0" y="392113"/>
            <a:ext cx="9361488" cy="1870075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9600" b="1" strike="noStrike" spc="-1" dirty="0">
                <a:solidFill>
                  <a:srgbClr val="7030A0"/>
                </a:solidFill>
                <a:latin typeface="Garamond"/>
                <a:ea typeface="华文中宋"/>
              </a:rPr>
              <a:t>         </a:t>
            </a:r>
            <a:r>
              <a:rPr lang="zh-CN" sz="96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  <a:ea typeface="华文中宋"/>
              </a:rPr>
              <a:t>敬拜赞美       </a:t>
            </a:r>
            <a:endParaRPr lang="en-US" sz="9600" b="0" strike="noStrike" spc="-1" dirty="0">
              <a:solidFill>
                <a:schemeClr val="accent5">
                  <a:lumMod val="50000"/>
                </a:schemeClr>
              </a:solidFill>
              <a:latin typeface="Garamond"/>
            </a:endParaRPr>
          </a:p>
        </p:txBody>
      </p:sp>
      <p:sp>
        <p:nvSpPr>
          <p:cNvPr id="106" name="ZoneTexte 5"/>
          <p:cNvSpPr/>
          <p:nvPr/>
        </p:nvSpPr>
        <p:spPr>
          <a:xfrm>
            <a:off x="1001184" y="3429000"/>
            <a:ext cx="10189631" cy="8295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4800" b="1" strike="noStrike" spc="-1" dirty="0">
                <a:solidFill>
                  <a:schemeClr val="dk1"/>
                </a:solidFill>
                <a:latin typeface="Garamond"/>
              </a:rPr>
              <a:t>我要向耶和华歌唱，因他用厚恩待我</a:t>
            </a:r>
            <a:endParaRPr lang="fr-FR" sz="4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A6067C9-3EA4-E2A0-F5D3-ADF084D5676F}"/>
              </a:ext>
            </a:extLst>
          </p:cNvPr>
          <p:cNvSpPr txBox="1"/>
          <p:nvPr/>
        </p:nvSpPr>
        <p:spPr>
          <a:xfrm>
            <a:off x="4397340" y="5271512"/>
            <a:ext cx="46747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fr-FR" sz="2800" b="1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>周国莲姐妹, 韩翠英姐妹,
巩象学弟兄, 宋利忠弟兄</a:t>
            </a:r>
            <a:r>
              <a:rPr sz="2000" b="1">
                <a:latin typeface="STXingkai"/>
              </a:rPr>
              <a:t/>
            </a:r>
            <a:endParaRPr lang="fr-FR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ZoneTexte 5"/>
          <p:cNvSpPr/>
          <p:nvPr/>
        </p:nvSpPr>
        <p:spPr>
          <a:xfrm>
            <a:off x="527380" y="3635291"/>
            <a:ext cx="11557440" cy="517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2800" b="1" strike="noStrike" spc="-1" dirty="0">
                <a:solidFill>
                  <a:schemeClr val="dk1"/>
                </a:solidFill>
                <a:latin typeface="Garamond"/>
              </a:rPr>
              <a:t>应当一无挂虑，只要凡事藉着祷告、祈求和感谢，将你们所要的告诉神。</a:t>
            </a:r>
            <a:endParaRPr lang="fr-FR" sz="2800" b="1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ZoneTexte 7"/>
          <p:cNvSpPr/>
          <p:nvPr/>
        </p:nvSpPr>
        <p:spPr>
          <a:xfrm>
            <a:off x="2018092" y="700741"/>
            <a:ext cx="7619760" cy="156820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96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>同心合意祷告</a:t>
            </a:r>
            <a:endParaRPr lang="fr-FR" sz="96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 xmlns:p15="http://schemas.microsoft.com/office/powerpoint/2012/main">
      <p:transition spd="slow">
        <p:split dir="out" orient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Image 2"/>
          <p:cNvPicPr/>
          <p:nvPr/>
        </p:nvPicPr>
        <p:blipFill>
          <a:blip r:embed="rId2"/>
          <a:stretch/>
        </p:blipFill>
        <p:spPr>
          <a:xfrm>
            <a:off x="0" y="8280"/>
            <a:ext cx="12192120" cy="6858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 xmlns:p15="http://schemas.microsoft.com/office/powerpoint/2012/main">
      <p:transition spd="slow">
        <p:split dir="out" orient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Image 3"/>
          <p:cNvPicPr/>
          <p:nvPr/>
        </p:nvPicPr>
        <p:blipFill>
          <a:blip r:embed="rId3"/>
          <a:stretch/>
        </p:blipFill>
        <p:spPr>
          <a:xfrm>
            <a:off x="10884960" y="0"/>
            <a:ext cx="1306800" cy="1799640"/>
          </a:xfrm>
          <a:prstGeom prst="rect">
            <a:avLst/>
          </a:prstGeom>
          <a:ln w="0">
            <a:noFill/>
          </a:ln>
        </p:spPr>
      </p:pic>
      <p:sp>
        <p:nvSpPr>
          <p:cNvPr id="115" name="Rectangle 4"/>
          <p:cNvSpPr/>
          <p:nvPr/>
        </p:nvSpPr>
        <p:spPr>
          <a:xfrm>
            <a:off x="543600" y="493920"/>
            <a:ext cx="5766120" cy="110654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tabLst>
                <a:tab pos="0" algn="l"/>
              </a:tabLst>
            </a:pPr>
            <a:r>
              <a:rPr lang="zh-CN" sz="6600" b="1" strike="noStrike" spc="-1" dirty="0">
                <a:solidFill>
                  <a:srgbClr val="7030A0"/>
                </a:solidFill>
                <a:latin typeface="Century Gothic"/>
              </a:rPr>
              <a:t>主日证道</a:t>
            </a:r>
            <a:r>
              <a:rPr lang="fr-FR" sz="6600" b="1" strike="noStrike" spc="-1" dirty="0">
                <a:solidFill>
                  <a:srgbClr val="7030A0"/>
                </a:solidFill>
                <a:latin typeface="Century Gothic"/>
              </a:rPr>
              <a:t>:                                 </a:t>
            </a:r>
            <a:endParaRPr lang="fr-FR" sz="6600" b="1" strike="noStrike" spc="-1" dirty="0">
              <a:solidFill>
                <a:srgbClr val="7030A0"/>
              </a:solidFill>
              <a:latin typeface="Arial"/>
            </a:endParaRPr>
          </a:p>
        </p:txBody>
      </p:sp>
      <p:sp>
        <p:nvSpPr>
          <p:cNvPr id="116" name="Rectangle 5"/>
          <p:cNvSpPr/>
          <p:nvPr/>
        </p:nvSpPr>
        <p:spPr>
          <a:xfrm>
            <a:off x="732240" y="2644200"/>
            <a:ext cx="10727280" cy="27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tabLst>
                <a:tab pos="0" algn="l"/>
              </a:tabLst>
            </a:pPr>
            <a:r>
              <a:rPr lang="fr-FR" sz="8800" b="1" strike="noStrike" spc="-1">
                <a:solidFill>
                  <a:srgbClr val="000000"/>
                </a:solidFill>
                <a:latin typeface="Century Gothic"/>
              </a:rPr>
              <a:t>        </a:t>
            </a:r>
            <a:r>
              <a:rPr lang="fr-FR" sz="8800" b="0" strike="noStrike" spc="-1">
                <a:solidFill>
                  <a:srgbClr val="000000"/>
                </a:solidFill>
                <a:latin typeface="Century Gothic"/>
              </a:rPr>
              <a:t>                                 </a:t>
            </a:r>
            <a:endParaRPr lang="fr-FR" sz="8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Rectangle 6"/>
          <p:cNvSpPr/>
          <p:nvPr/>
        </p:nvSpPr>
        <p:spPr>
          <a:xfrm>
            <a:off x="732240" y="2644200"/>
            <a:ext cx="10727280" cy="446130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tabLst>
                <a:tab pos="0" algn="l"/>
              </a:tabLst>
            </a:pPr>
            <a:r>
              <a:rPr lang="zh-CN" altLang="fr-FR" sz="8800" b="1" strike="noStrike" spc="-1" dirty="0">
                <a:latin typeface="Century Gothic"/>
              </a:rPr>
              <a:t>         见证分享</a:t>
            </a:r>
            <a:endParaRPr lang="fr-FR" altLang="zh-CN" sz="8800" b="1" strike="noStrike" spc="-1" dirty="0">
              <a:latin typeface="Century Gothic"/>
            </a:endParaRPr>
          </a:p>
          <a:p>
            <a:pPr defTabSz="457200">
              <a:lnSpc>
                <a:spcPct val="100000"/>
              </a:lnSpc>
              <a:tabLst>
                <a:tab pos="0" algn="l"/>
              </a:tabLst>
            </a:pPr>
            <a:r>
              <a:rPr lang="zh-CN" sz="2000" b="1" strike="noStrike" spc="-1" dirty="0">
                <a:solidFill>
                  <a:srgbClr val="7030A0"/>
                </a:solidFill>
                <a:latin typeface="Century Gothic"/>
              </a:rPr>
              <a:t/>
            </a:r>
            <a:r>
              <a:rPr lang="zh-CN" altLang="fr-FR" sz="2000" b="1" strike="noStrike" spc="-1" dirty="0">
                <a:solidFill>
                  <a:srgbClr val="7030A0"/>
                </a:solidFill>
                <a:latin typeface="Century Gothic"/>
              </a:rPr>
              <a:t/>
            </a:r>
            <a:r>
              <a:rPr b="1" sz="2000">
                <a:latin typeface="STXingkai"/>
              </a:rPr>
              <a:t/>
            </a:r>
            <a:endParaRPr lang="fr-FR" sz="2000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</a:tabLst>
            </a:pPr>
            <a:r>
              <a:rPr lang="fr-FR" altLang="zh-CN" sz="2000" b="1" spc="-1" dirty="0">
                <a:solidFill>
                  <a:srgbClr val="000000"/>
                </a:solidFill>
                <a:latin typeface="Arial"/>
              </a:rPr>
              <a:t>                                        </a:t>
            </a:r>
            <a:r>
              <a:rPr lang="zh-CN" altLang="fr-FR" sz="2800" b="1" spc="-1" dirty="0">
                <a:solidFill>
                  <a:schemeClr val="accent6"/>
                </a:solidFill>
                <a:latin typeface="Century Gothic"/>
              </a:rPr>
              <a:t>吴兴隆弟兄</a:t>
            </a:r>
            <a:r>
              <a:rPr lang="zh-CN" sz="2800" b="1" strike="noStrike" spc="-1" dirty="0">
                <a:solidFill>
                  <a:schemeClr val="accent6"/>
                </a:solidFill>
                <a:latin typeface="Century Gothic"/>
              </a:rPr>
              <a:t>分享 吉哪姐妹回应</a:t>
            </a:r>
            <a:r>
              <a:rPr lang="zh-CN" altLang="fr-FR" sz="2800" b="1" strike="noStrike" spc="-1" dirty="0">
                <a:solidFill>
                  <a:schemeClr val="accent6"/>
                </a:solidFill>
                <a:latin typeface="Century Gothic"/>
              </a:rPr>
              <a:t/>
            </a:r>
            <a:r>
              <a:rPr lang="fr-FR" sz="8800" b="1" strike="noStrike" spc="-1" dirty="0">
                <a:solidFill>
                  <a:srgbClr val="000000"/>
                </a:solidFill>
                <a:latin typeface="Century Gothic"/>
              </a:rPr>
              <a:t/>
            </a:r>
            <a:endParaRPr lang="fr-FR" sz="88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Image 3"/>
          <p:cNvPicPr/>
          <p:nvPr/>
        </p:nvPicPr>
        <p:blipFill>
          <a:blip r:embed="rId2"/>
          <a:stretch/>
        </p:blipFill>
        <p:spPr>
          <a:xfrm>
            <a:off x="10884960" y="0"/>
            <a:ext cx="1306800" cy="1799640"/>
          </a:xfrm>
          <a:prstGeom prst="rect">
            <a:avLst/>
          </a:prstGeom>
          <a:ln w="0">
            <a:noFill/>
          </a:ln>
        </p:spPr>
      </p:pic>
      <p:sp>
        <p:nvSpPr>
          <p:cNvPr id="147" name="Rectangle 2"/>
          <p:cNvSpPr/>
          <p:nvPr/>
        </p:nvSpPr>
        <p:spPr>
          <a:xfrm>
            <a:off x="1546531" y="899820"/>
            <a:ext cx="8547120" cy="14450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fr-FR" sz="8800" b="1" strike="noStrike" spc="-1" dirty="0">
                <a:solidFill>
                  <a:schemeClr val="dk1"/>
                </a:solidFill>
                <a:latin typeface="Garamond"/>
              </a:rPr>
              <a:t>     </a:t>
            </a:r>
            <a:r>
              <a:rPr lang="zh-CN" sz="8800" b="1" strike="noStrike" spc="-1" dirty="0">
                <a:solidFill>
                  <a:schemeClr val="accent6"/>
                </a:solidFill>
                <a:latin typeface="Garamond"/>
              </a:rPr>
              <a:t>欢迎新朋友</a:t>
            </a:r>
            <a:r>
              <a:rPr lang="fr-FR" sz="8800" b="0" strike="noStrike" spc="-1" dirty="0">
                <a:solidFill>
                  <a:schemeClr val="accent5"/>
                </a:solidFill>
                <a:latin typeface="Garamond"/>
              </a:rPr>
              <a:t>                                 </a:t>
            </a:r>
            <a:endParaRPr lang="fr-FR" sz="8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Rectangle 1"/>
          <p:cNvSpPr/>
          <p:nvPr/>
        </p:nvSpPr>
        <p:spPr>
          <a:xfrm>
            <a:off x="1512000" y="4325760"/>
            <a:ext cx="8616183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fr-FR" sz="4000" b="1" strike="noStrike" spc="-1" dirty="0">
                <a:solidFill>
                  <a:schemeClr val="accent6"/>
                </a:solidFill>
                <a:latin typeface="Garamond"/>
              </a:rPr>
              <a:t>“</a:t>
            </a:r>
            <a:r>
              <a:rPr lang="zh-CN" sz="4000" b="1" strike="noStrike" spc="-1" dirty="0">
                <a:solidFill>
                  <a:schemeClr val="accent6"/>
                </a:solidFill>
                <a:latin typeface="Garamond"/>
              </a:rPr>
              <a:t>当信主耶稣，你和你一家都必得救”</a:t>
            </a:r>
            <a:endParaRPr lang="fr-FR" sz="4000" b="1" strike="noStrike" spc="-1" dirty="0">
              <a:solidFill>
                <a:schemeClr val="accent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Image 3"/>
          <p:cNvPicPr/>
          <p:nvPr/>
        </p:nvPicPr>
        <p:blipFill>
          <a:blip r:embed="rId2"/>
          <a:stretch/>
        </p:blipFill>
        <p:spPr>
          <a:xfrm>
            <a:off x="10884960" y="0"/>
            <a:ext cx="1306800" cy="1799640"/>
          </a:xfrm>
          <a:prstGeom prst="rect">
            <a:avLst/>
          </a:prstGeom>
          <a:ln w="0">
            <a:noFill/>
          </a:ln>
        </p:spPr>
      </p:pic>
      <p:sp>
        <p:nvSpPr>
          <p:cNvPr id="150" name="Rectangle 2"/>
          <p:cNvSpPr/>
          <p:nvPr/>
        </p:nvSpPr>
        <p:spPr>
          <a:xfrm>
            <a:off x="1822440" y="753794"/>
            <a:ext cx="8547120" cy="156820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fr-FR" sz="8800" b="1" strike="noStrike" spc="-1" dirty="0">
                <a:solidFill>
                  <a:schemeClr val="dk1"/>
                </a:solidFill>
                <a:latin typeface="Garamond"/>
              </a:rPr>
              <a:t>     </a:t>
            </a:r>
            <a:r>
              <a:rPr lang="zh-CN" sz="9600" b="1" strike="noStrike" spc="-1" dirty="0">
                <a:solidFill>
                  <a:schemeClr val="accent6"/>
                </a:solidFill>
                <a:latin typeface="Garamond"/>
              </a:rPr>
              <a:t>领受祝福</a:t>
            </a:r>
            <a:r>
              <a:rPr lang="fr-FR" sz="9600" b="0" strike="noStrike" spc="-1" dirty="0">
                <a:solidFill>
                  <a:schemeClr val="accent6"/>
                </a:solidFill>
                <a:latin typeface="Garamond"/>
              </a:rPr>
              <a:t>                                 </a:t>
            </a:r>
            <a:endParaRPr lang="fr-FR" sz="9600" b="0" strike="noStrike" spc="-1" dirty="0">
              <a:solidFill>
                <a:schemeClr val="accent6"/>
              </a:solidFill>
              <a:latin typeface="Arial"/>
            </a:endParaRPr>
          </a:p>
        </p:txBody>
      </p:sp>
      <p:sp>
        <p:nvSpPr>
          <p:cNvPr id="151" name="Rectangle 4"/>
          <p:cNvSpPr/>
          <p:nvPr/>
        </p:nvSpPr>
        <p:spPr>
          <a:xfrm>
            <a:off x="532800" y="3984065"/>
            <a:ext cx="11005560" cy="23068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600" b="1" strike="noStrike" spc="-1" dirty="0">
                <a:solidFill>
                  <a:schemeClr val="accent6"/>
                </a:solidFill>
                <a:latin typeface="Garamond"/>
              </a:rPr>
              <a:t>愿恩惠、平安从　神我们的父和主耶稣基督归与你们！</a:t>
            </a:r>
            <a:endParaRPr lang="fr-FR" sz="3600" b="0" strike="noStrike" spc="-1" dirty="0">
              <a:solidFill>
                <a:schemeClr val="accent6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6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6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1"/>
                </a:solidFill>
                <a:latin typeface="Garamond"/>
              </a:rPr>
              <a:t>              </a:t>
            </a:r>
            <a:endParaRPr lang="fr-FR" sz="36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Image 3"/>
          <p:cNvPicPr/>
          <p:nvPr/>
        </p:nvPicPr>
        <p:blipFill>
          <a:blip r:embed="rId2"/>
          <a:stretch/>
        </p:blipFill>
        <p:spPr>
          <a:xfrm>
            <a:off x="10884960" y="0"/>
            <a:ext cx="1306800" cy="1799640"/>
          </a:xfrm>
          <a:prstGeom prst="rect">
            <a:avLst/>
          </a:prstGeom>
          <a:ln w="0">
            <a:noFill/>
          </a:ln>
        </p:spPr>
      </p:pic>
      <p:sp>
        <p:nvSpPr>
          <p:cNvPr id="153" name="Rectangle 2"/>
          <p:cNvSpPr/>
          <p:nvPr/>
        </p:nvSpPr>
        <p:spPr>
          <a:xfrm>
            <a:off x="1519560" y="774360"/>
            <a:ext cx="9152640" cy="252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>
                <a:solidFill>
                  <a:schemeClr val="accent5"/>
                </a:solidFill>
                <a:latin typeface="Garamond"/>
              </a:rPr>
              <a:t>聚会结束</a:t>
            </a:r>
            <a:r>
              <a:rPr lang="fr-FR" sz="7200" b="1" strike="noStrike" spc="-1">
                <a:solidFill>
                  <a:schemeClr val="accent5"/>
                </a:solidFill>
                <a:latin typeface="Garamond"/>
              </a:rPr>
              <a:t>--</a:t>
            </a:r>
            <a:r>
              <a:rPr lang="zh-CN" sz="7200" b="1" strike="noStrike" spc="-1">
                <a:solidFill>
                  <a:schemeClr val="accent5"/>
                </a:solidFill>
                <a:latin typeface="Garamond"/>
              </a:rPr>
              <a:t>默祷后散会</a:t>
            </a:r>
            <a:r>
              <a:rPr lang="fr-FR" sz="8800" b="0" strike="noStrike" spc="-1">
                <a:solidFill>
                  <a:schemeClr val="dk1"/>
                </a:solidFill>
                <a:latin typeface="Garamond"/>
              </a:rPr>
              <a:t>                                 </a:t>
            </a:r>
            <a:endParaRPr lang="fr-FR" sz="8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Rectangle 5"/>
          <p:cNvSpPr/>
          <p:nvPr/>
        </p:nvSpPr>
        <p:spPr>
          <a:xfrm>
            <a:off x="532800" y="2220840"/>
            <a:ext cx="11005560" cy="544619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rgbClr val="C00000"/>
                </a:solidFill>
                <a:latin typeface="Garamond"/>
              </a:rPr>
              <a:t>       </a:t>
            </a:r>
            <a:r>
              <a:rPr lang="fr-FR" sz="3600" b="1" strike="noStrike" spc="-1" dirty="0">
                <a:solidFill>
                  <a:srgbClr val="00B050"/>
                </a:solidFill>
                <a:latin typeface="Garamond"/>
              </a:rPr>
              <a:t>= </a:t>
            </a:r>
            <a:r>
              <a:rPr lang="zh-CN" sz="3600" b="1" strike="noStrike" spc="-1" dirty="0">
                <a:solidFill>
                  <a:srgbClr val="00B050"/>
                </a:solidFill>
                <a:latin typeface="Garamond"/>
              </a:rPr>
              <a:t>请大家留步享用爱宴晚餐</a:t>
            </a:r>
            <a:r>
              <a:rPr lang="fr-FR" sz="3600" b="1" strike="noStrike" spc="-1" dirty="0">
                <a:solidFill>
                  <a:srgbClr val="00B050"/>
                </a:solidFill>
                <a:latin typeface="Garamond"/>
              </a:rPr>
              <a:t>:     </a:t>
            </a:r>
            <a:r>
              <a:rPr lang="fr-FR" sz="2000" b="1" strike="noStrike" spc="-1" dirty="0">
                <a:solidFill>
                  <a:srgbClr val="00B050"/>
                </a:solidFill>
                <a:latin typeface="Garamond"/>
              </a:rPr>
              <a:t>18:00 </a:t>
            </a:r>
            <a:r>
              <a:rPr lang="zh-CN" sz="2000" b="1" strike="noStrike" spc="-1" dirty="0">
                <a:solidFill>
                  <a:srgbClr val="00B050"/>
                </a:solidFill>
                <a:latin typeface="Garamond"/>
              </a:rPr>
              <a:t>开饭  </a:t>
            </a:r>
            <a:endParaRPr lang="fr-FR" sz="20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rgbClr val="C00000"/>
                </a:solidFill>
                <a:latin typeface="Garamond"/>
              </a:rPr>
              <a:t>         </a:t>
            </a:r>
            <a:endParaRPr lang="fr-FR" sz="20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rgbClr val="C00000"/>
                </a:solidFill>
                <a:latin typeface="Garamond"/>
              </a:rPr>
              <a:t>       </a:t>
            </a:r>
            <a:r>
              <a:rPr lang="fr-FR" sz="3600" b="1" strike="noStrike" spc="-1" dirty="0">
                <a:solidFill>
                  <a:srgbClr val="00B050"/>
                </a:solidFill>
                <a:latin typeface="Garamond"/>
              </a:rPr>
              <a:t>= </a:t>
            </a:r>
            <a:r>
              <a:rPr lang="zh-CN" sz="3600" b="1" strike="noStrike" spc="-1" dirty="0">
                <a:solidFill>
                  <a:srgbClr val="00B050"/>
                </a:solidFill>
                <a:latin typeface="Garamond"/>
              </a:rPr>
              <a:t>信望爱教会事工表</a:t>
            </a:r>
            <a:r>
              <a:rPr lang="fr-FR" sz="3600" b="1" strike="noStrike" spc="-1" dirty="0">
                <a:solidFill>
                  <a:srgbClr val="00B050"/>
                </a:solidFill>
                <a:latin typeface="Garamond"/>
              </a:rPr>
              <a:t>: </a:t>
            </a:r>
            <a:r>
              <a:rPr lang="zh-CN" sz="2000" b="1" strike="noStrike" spc="-1" dirty="0">
                <a:solidFill>
                  <a:srgbClr val="00B050"/>
                </a:solidFill>
                <a:latin typeface="Garamond"/>
              </a:rPr>
              <a:t>法语课 - 星期天</a:t>
            </a:r>
            <a:r>
              <a:rPr lang="fr-FR" sz="2000" b="1" strike="noStrike" spc="-1" dirty="0">
                <a:solidFill>
                  <a:srgbClr val="00B050"/>
                </a:solidFill>
                <a:latin typeface="Garamond"/>
              </a:rPr>
              <a:t>13:30-14:30</a:t>
            </a:r>
            <a:endParaRPr lang="fr-FR" sz="20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rgbClr val="00B050"/>
                </a:solidFill>
                <a:latin typeface="Garamond"/>
              </a:rPr>
              <a:t>                                                                                 </a:t>
            </a:r>
            <a:r>
              <a:rPr lang="zh-CN" sz="2000" b="1" strike="noStrike" spc="-1" dirty="0">
                <a:solidFill>
                  <a:srgbClr val="00B050"/>
                </a:solidFill>
                <a:latin typeface="Garamond"/>
              </a:rPr>
              <a:t>主日崇拜 – 星期天  </a:t>
            </a:r>
            <a:r>
              <a:rPr lang="fr-FR" sz="2000" b="1" strike="noStrike" spc="-1" dirty="0">
                <a:solidFill>
                  <a:srgbClr val="00B050"/>
                </a:solidFill>
                <a:latin typeface="Garamond"/>
              </a:rPr>
              <a:t>15:00-17:00</a:t>
            </a:r>
            <a:endParaRPr lang="fr-FR" sz="20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rgbClr val="00B050"/>
                </a:solidFill>
                <a:latin typeface="Garamond"/>
              </a:rPr>
              <a:t>                                                                                 </a:t>
            </a:r>
            <a:r>
              <a:rPr lang="zh-CN" sz="2000" b="1" strike="noStrike" spc="-1" dirty="0">
                <a:solidFill>
                  <a:srgbClr val="00B050"/>
                </a:solidFill>
                <a:latin typeface="Garamond"/>
              </a:rPr>
              <a:t>旷野小组 – 星期三</a:t>
            </a:r>
            <a:r>
              <a:rPr lang="fr-FR" sz="2000" b="1" strike="noStrike" spc="-1" dirty="0">
                <a:solidFill>
                  <a:srgbClr val="00B050"/>
                </a:solidFill>
                <a:latin typeface="Garamond"/>
              </a:rPr>
              <a:t>20:30-22:30</a:t>
            </a:r>
            <a:endParaRPr lang="fr-FR" sz="20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rgbClr val="00B050"/>
                </a:solidFill>
                <a:latin typeface="Garamond"/>
              </a:rPr>
              <a:t>                                                                                 </a:t>
            </a:r>
            <a:r>
              <a:rPr lang="zh-CN" sz="2000" b="1" strike="noStrike" spc="-1" dirty="0">
                <a:solidFill>
                  <a:srgbClr val="00B050"/>
                </a:solidFill>
                <a:latin typeface="Garamond"/>
              </a:rPr>
              <a:t>荒漠小组 – 星期四</a:t>
            </a:r>
            <a:r>
              <a:rPr lang="fr-FR" sz="2000" b="1" strike="noStrike" spc="-1" dirty="0">
                <a:solidFill>
                  <a:srgbClr val="00B050"/>
                </a:solidFill>
                <a:latin typeface="Garamond"/>
              </a:rPr>
              <a:t>20:00-21:30 (线上)</a:t>
            </a:r>
            <a:endParaRPr lang="fr-FR" sz="20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rgbClr val="00B050"/>
                </a:solidFill>
                <a:latin typeface="Garamond"/>
              </a:rPr>
              <a:t>                                                                                 </a:t>
            </a:r>
            <a:r>
              <a:rPr lang="zh-CN" sz="2000" b="1" strike="noStrike" spc="-1" dirty="0">
                <a:solidFill>
                  <a:srgbClr val="00B050"/>
                </a:solidFill>
                <a:latin typeface="Garamond"/>
              </a:rPr>
              <a:t>祷告会 - 星期六</a:t>
            </a:r>
            <a:r>
              <a:rPr lang="fr-FR" sz="2000" b="1" strike="noStrike" spc="-1" dirty="0">
                <a:solidFill>
                  <a:srgbClr val="00B050"/>
                </a:solidFill>
                <a:latin typeface="Garamond"/>
              </a:rPr>
              <a:t>16:00-18:00</a:t>
            </a:r>
            <a:r>
              <a:rPr lang="zh-CN" sz="2000" b="1" strike="noStrike" spc="-1" dirty="0">
                <a:solidFill>
                  <a:srgbClr val="00B050"/>
                </a:solidFill>
                <a:latin typeface="Garamond"/>
              </a:rPr>
              <a:t/>
            </a:r>
            <a:r>
              <a:rPr lang="fr-FR" sz="2000" b="1" strike="noStrike" spc="-1" dirty="0">
                <a:solidFill>
                  <a:srgbClr val="00B050"/>
                </a:solidFill>
                <a:latin typeface="Garamond"/>
              </a:rPr>
              <a:t/>
            </a:r>
          </a:p>
          <a:p>
            <a:pPr defTabSz="457200">
              <a:lnSpc>
                <a:spcPct val="100000"/>
              </a:lnSpc>
            </a:pPr>
            <a:r>
              <a:rPr lang="fr-FR" sz="2000" b="1" spc="-1" dirty="0">
                <a:solidFill>
                  <a:srgbClr val="00B050"/>
                </a:solidFill>
                <a:latin typeface="Garamond"/>
              </a:rPr>
              <a:t/>
            </a:r>
            <a:r>
              <a:rPr lang="zh-CN" altLang="fr-FR" sz="2000" b="1" spc="-1" dirty="0">
                <a:solidFill>
                  <a:srgbClr val="00B050"/>
                </a:solidFill>
                <a:latin typeface="Garamond"/>
              </a:rPr>
              <a:t/>
            </a:r>
            <a:r>
              <a:rPr lang="fr-FR" altLang="zh-CN" sz="2000" b="1" spc="-1" dirty="0">
                <a:solidFill>
                  <a:srgbClr val="00B050"/>
                </a:solidFill>
                <a:latin typeface="Garamond"/>
              </a:rPr>
              <a:t/>
            </a:r>
            <a:r>
              <a:rPr lang="zh-CN" altLang="fr-FR" sz="2000" b="1" spc="-1" dirty="0">
                <a:solidFill>
                  <a:srgbClr val="00B050"/>
                </a:solidFill>
                <a:latin typeface="Garamond"/>
              </a:rPr>
              <a:t/>
            </a:r>
            <a:r>
              <a:rPr lang="fr-FR" altLang="zh-CN" sz="2000" b="1" spc="-1" dirty="0">
                <a:solidFill>
                  <a:srgbClr val="00B050"/>
                </a:solidFill>
                <a:latin typeface="Garamond"/>
              </a:rPr>
              <a:t/>
            </a:r>
            <a:endParaRPr lang="fr-FR" sz="20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20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2800" b="1" strike="noStrike" spc="-1" dirty="0">
                <a:solidFill>
                  <a:srgbClr val="C00000"/>
                </a:solidFill>
                <a:latin typeface="Garamond"/>
              </a:rPr>
              <a:t>		   </a:t>
            </a:r>
            <a:r>
              <a:rPr lang="fr-FR" sz="3600" b="1" strike="noStrike" spc="-1" dirty="0">
                <a:solidFill>
                  <a:srgbClr val="C00000"/>
                </a:solidFill>
                <a:latin typeface="Garamond"/>
              </a:rPr>
              <a:t>  </a:t>
            </a:r>
            <a:r>
              <a:rPr lang="zh-CN" sz="3600" b="1" strike="noStrike" spc="-1" dirty="0">
                <a:solidFill>
                  <a:schemeClr val="accent5"/>
                </a:solidFill>
                <a:latin typeface="Garamond"/>
              </a:rPr>
              <a:t>诚挚欢迎大家再来</a:t>
            </a:r>
            <a:r>
              <a:rPr lang="fr-FR" sz="3600" b="1" strike="noStrike" spc="-1" dirty="0">
                <a:solidFill>
                  <a:schemeClr val="accent5"/>
                </a:solidFill>
                <a:latin typeface="Garamond"/>
              </a:rPr>
              <a:t>, </a:t>
            </a:r>
            <a:r>
              <a:rPr lang="zh-CN" sz="3600" b="1" strike="noStrike" spc="-1" dirty="0">
                <a:solidFill>
                  <a:schemeClr val="accent5"/>
                </a:solidFill>
                <a:latin typeface="Garamond"/>
              </a:rPr>
              <a:t>一起认识基督耶稣。</a:t>
            </a:r>
            <a:endParaRPr lang="fr-FR" sz="36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28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6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1"/>
                </a:solidFill>
                <a:latin typeface="Garamond"/>
              </a:rPr>
              <a:t>              </a:t>
            </a:r>
            <a:endParaRPr lang="fr-FR" sz="36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1_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1338</Words>
  <Application>Microsoft Office PowerPoint</Application>
  <PresentationFormat>Grand écran</PresentationFormat>
  <Paragraphs>118</Paragraphs>
  <Slides>21</Slides>
  <Notes>1</Notes>
  <HiddenSlides>0</HiddenSlides>
  <MMClips>5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21</vt:i4>
      </vt:variant>
    </vt:vector>
  </HeadingPairs>
  <TitlesOfParts>
    <vt:vector size="32" baseType="lpstr">
      <vt:lpstr>STXingkai</vt:lpstr>
      <vt:lpstr>Arial</vt:lpstr>
      <vt:lpstr>Century Gothic</vt:lpstr>
      <vt:lpstr>Forte</vt:lpstr>
      <vt:lpstr>Garamond</vt:lpstr>
      <vt:lpstr>Matura MT Script Capitals</vt:lpstr>
      <vt:lpstr>Times New Roman</vt:lpstr>
      <vt:lpstr>Trebuchet MS</vt:lpstr>
      <vt:lpstr>Wingdings 3</vt:lpstr>
      <vt:lpstr>Facette</vt:lpstr>
      <vt:lpstr>1_Facette</vt:lpstr>
      <vt:lpstr>Présentation PowerPoint</vt:lpstr>
      <vt:lpstr> 宣召经文箴言 3:6  </vt:lpstr>
      <vt:lpstr>         敬拜赞美      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信望爱之家</dc:title>
  <dc:subject/>
  <dc:creator>Microsoft Office User</dc:creator>
  <dc:description/>
  <cp:lastModifiedBy>Eglise Amour du Christ</cp:lastModifiedBy>
  <cp:revision>497</cp:revision>
  <dcterms:created xsi:type="dcterms:W3CDTF">2024-11-16T18:47:01Z</dcterms:created>
  <dcterms:modified xsi:type="dcterms:W3CDTF">2026-03-01T11:49:59Z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5</vt:i4>
  </property>
  <property fmtid="{D5CDD505-2E9C-101B-9397-08002B2CF9AE}" pid="3" name="Notes">
    <vt:i4>1</vt:i4>
  </property>
  <property fmtid="{D5CDD505-2E9C-101B-9397-08002B2CF9AE}" pid="4" name="PresentationFormat">
    <vt:lpwstr>Grand écran</vt:lpwstr>
  </property>
  <property fmtid="{D5CDD505-2E9C-101B-9397-08002B2CF9AE}" pid="5" name="Slides">
    <vt:i4>22</vt:i4>
  </property>
</Properties>
</file>