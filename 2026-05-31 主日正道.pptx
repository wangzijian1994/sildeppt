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24"/>
  </p:notesMasterIdLst>
  <p:sldIdLst>
    <p:sldId id="256" r:id="rId3"/>
    <p:sldId id="257" r:id="rId4"/>
    <p:sldId id="258" r:id="rId5"/>
    <p:sldId id="278" r:id="rId18"/>
    <p:sldId id="279" r:id="rId19"/>
    <p:sldId id="280" r:id="rId20"/>
    <p:sldId id="262" r:id="rId9"/>
    <p:sldId id="263" r:id="rId10"/>
    <p:sldId id="264" r:id="rId11"/>
    <p:sldId id="275" r:id="rId21"/>
    <p:sldId id="276" r:id="rId22"/>
    <p:sldId id="277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notesMaster" Target="notesMasters/notesMaster1.xml"/><Relationship Id="rId25" Type="http://schemas.openxmlformats.org/officeDocument/2006/relationships/commentAuthors" Target="commentAuthor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10T08:18:52.903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60B2292-6F58-49BF-B588-B3FCA37A791D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9</a:t>
            </a:fld>
            <a:endParaRPr lang="fr-F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omments" Target="../comments/commen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8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主日崇拜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/>
            </a:r>
            <a:r>
              <a:rPr lang="fr-FR" sz="2400" b="1" strike="noStrike" spc="-1">
                <a:solidFill>
                  <a:schemeClr val="dk1"/>
                </a:solidFill>
                <a:latin typeface="Matura MT Script Capitals"/>
              </a:rPr>
              <a:t>                  31/05/2026</a:t>
            </a:r>
            <a:r>
              <a:rPr lang="fr-FR" sz="2400" b="1" strike="noStrike" spc="-1" dirty="0">
                <a:solidFill>
                  <a:schemeClr val="dk1"/>
                </a:solidFill>
                <a:latin typeface="Matura MT Script Capitals"/>
              </a:rPr>
              <a:t> 15h-17h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strike="noStrike" spc="-1" dirty="0">
                <a:solidFill>
                  <a:schemeClr val="dk1"/>
                </a:solidFill>
                <a:latin typeface="Garamond"/>
              </a:rPr>
              <a:t>如今常存的有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信</a:t>
            </a:r>
            <a:r>
              <a:rPr lang="zh-CN" sz="3200" b="1" strike="noStrike" spc="-1" dirty="0">
                <a:solidFill>
                  <a:schemeClr val="dk1"/>
                </a:solidFill>
                <a:latin typeface="Garamond"/>
              </a:rPr>
              <a:t>，有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望</a:t>
            </a:r>
            <a:r>
              <a:rPr lang="zh-CN" sz="3200" b="1" strike="noStrike" spc="-1" dirty="0">
                <a:solidFill>
                  <a:schemeClr val="dk1"/>
                </a:solidFill>
                <a:latin typeface="Garamond"/>
              </a:rPr>
              <a:t>，有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爱</a:t>
            </a:r>
            <a:r>
              <a:rPr lang="zh-CN" sz="3200" b="1" strike="noStrike" spc="-1" dirty="0">
                <a:solidFill>
                  <a:schemeClr val="dk1"/>
                </a:solidFill>
                <a:latin typeface="Garamond"/>
              </a:rPr>
              <a:t>；这三样，其中最大的是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爱</a:t>
            </a:r>
            <a:r>
              <a:rPr lang="zh-CN" sz="3200" b="1" strike="noStrike" spc="-1" dirty="0">
                <a:solidFill>
                  <a:schemeClr val="dk1"/>
                </a:solidFill>
                <a:latin typeface="Garamond"/>
              </a:rPr>
              <a:t>。
                                接待 丁建波弟兄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 idx="4294967295"/>
          </p:nvPr>
        </p:nvSpPr>
        <p:spPr>
          <a:xfrm>
            <a:off x="0" y="493142"/>
            <a:ext cx="10518775" cy="1282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6000" b="1" strike="noStrike" spc="-1" dirty="0">
                <a:solidFill>
                  <a:srgbClr val="7030A0"/>
                </a:solidFill>
                <a:latin typeface="Garamond"/>
                <a:ea typeface="华文中宋"/>
              </a:rPr>
              <a:t> </a:t>
            </a:r>
            <a:r>
              <a:rPr lang="zh-CN" sz="9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  <a:ea typeface="华文中宋"/>
              </a:rPr>
              <a:t>宣召经文</a:t>
            </a:r>
            <a:r>
              <a:rPr lang="zh-CN" altLang="fr-FR" sz="3100" b="1" strike="noStrike" spc="-1" dirty="0">
                <a:solidFill>
                  <a:schemeClr val="tx1"/>
                </a:solidFill>
                <a:latin typeface="Garamond"/>
                <a:ea typeface="华文中宋"/>
              </a:rPr>
              <a:t>提摩太前书</a:t>
            </a:r>
            <a:r>
              <a:rPr lang="zh-CN" sz="3100" b="1" strike="noStrike" spc="-1" dirty="0">
                <a:solidFill>
                  <a:schemeClr val="tx1"/>
                </a:solidFill>
                <a:latin typeface="Garamond"/>
                <a:ea typeface="华文中宋"/>
              </a:rPr>
              <a:t> </a:t>
            </a:r>
            <a:r>
              <a:rPr lang="fr-FR" altLang="zh-CN" sz="3100" b="1" spc="-1" dirty="0">
                <a:solidFill>
                  <a:schemeClr val="tx1"/>
                </a:solidFill>
                <a:latin typeface="Garamond"/>
                <a:ea typeface="华文中宋"/>
              </a:rPr>
              <a:t>6:19</a:t>
            </a:r>
            <a:r>
              <a:rPr lang="zh-CN" sz="3100" b="1" strike="noStrike" spc="-1" dirty="0">
                <a:solidFill>
                  <a:schemeClr val="tx1"/>
                </a:solidFill>
                <a:latin typeface="Garamond"/>
                <a:ea typeface="华文中宋"/>
              </a:rPr>
              <a:t>  </a:t>
            </a:r>
            <a:endParaRPr lang="en-US" sz="3100" b="0" strike="noStrike" spc="-1" dirty="0">
              <a:solidFill>
                <a:schemeClr val="tx1"/>
              </a:solidFill>
              <a:latin typeface="Garamond"/>
            </a:endParaRPr>
          </a:p>
        </p:txBody>
      </p:sp>
      <p:sp>
        <p:nvSpPr>
          <p:cNvPr id="103" name="Rectangle 2"/>
          <p:cNvSpPr/>
          <p:nvPr/>
        </p:nvSpPr>
        <p:spPr>
          <a:xfrm>
            <a:off x="4253401" y="5894462"/>
            <a:ext cx="3022226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领会</a:t>
            </a:r>
            <a:r>
              <a:rPr lang="fr-FR" sz="2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: </a:t>
            </a:r>
            <a:r>
              <a:rPr lang="zh-CN" altLang="fr-FR" sz="2800" b="1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吉哪姐妹</a:t>
            </a:r>
            <a:endParaRPr lang="fr-FR" altLang="zh-CN" sz="2800" b="1" strike="noStrike" spc="-1" dirty="0">
              <a:solidFill>
                <a:schemeClr val="accent5">
                  <a:lumMod val="50000"/>
                </a:schemeClr>
              </a:solidFill>
              <a:latin typeface="Garamond"/>
            </a:endParaRPr>
          </a:p>
          <a:p>
            <a:pPr defTabSz="457200">
              <a:lnSpc>
                <a:spcPct val="100000"/>
              </a:lnSpc>
            </a:pPr>
            <a:endParaRPr lang="fr-FR" sz="2800" b="1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78034C6-42A4-850D-8EC6-796AAE3EDD15}"/>
              </a:ext>
            </a:extLst>
          </p:cNvPr>
          <p:cNvSpPr txBox="1"/>
          <p:nvPr/>
        </p:nvSpPr>
        <p:spPr>
          <a:xfrm>
            <a:off x="965771" y="3108403"/>
            <a:ext cx="942140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4400" b="1" dirty="0"/>
              <a:t>为自己积成美好的根基，预备将来，叫他们持定那真正的生命。 感谢主！</a:t>
            </a:r>
            <a:r>
              <a:rPr sz="2000" b="1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 idx="4294967295"/>
          </p:nvPr>
        </p:nvSpPr>
        <p:spPr>
          <a:xfrm>
            <a:off x="0" y="392113"/>
            <a:ext cx="9361488" cy="187007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9600" b="1" strike="noStrike" spc="-1" dirty="0">
                <a:solidFill>
                  <a:srgbClr val="7030A0"/>
                </a:solidFill>
                <a:latin typeface="Garamond"/>
                <a:ea typeface="华文中宋"/>
              </a:rPr>
              <a:t>         </a:t>
            </a:r>
            <a:r>
              <a:rPr lang="zh-CN" sz="96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  <a:ea typeface="华文中宋"/>
              </a:rPr>
              <a:t>敬拜赞美       </a:t>
            </a:r>
            <a:endParaRPr lang="en-US" sz="9600" b="0" strike="noStrike" spc="-1" dirty="0">
              <a:solidFill>
                <a:schemeClr val="accent5">
                  <a:lumMod val="50000"/>
                </a:schemeClr>
              </a:solidFill>
              <a:latin typeface="Garamond"/>
            </a:endParaRPr>
          </a:p>
        </p:txBody>
      </p:sp>
      <p:sp>
        <p:nvSpPr>
          <p:cNvPr id="106" name="ZoneTexte 5"/>
          <p:cNvSpPr/>
          <p:nvPr/>
        </p:nvSpPr>
        <p:spPr>
          <a:xfrm>
            <a:off x="1001184" y="3429000"/>
            <a:ext cx="10189631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4800" b="1" strike="noStrike" spc="-1" dirty="0">
                <a:solidFill>
                  <a:schemeClr val="dk1"/>
                </a:solidFill>
                <a:latin typeface="Garamond"/>
              </a:rPr>
              <a:t>我要向耶和华歌唱，因他用厚恩待我</a:t>
            </a:r>
            <a:endParaRPr lang="fr-FR" sz="4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A6067C9-3EA4-E2A0-F5D3-ADF084D5676F}"/>
              </a:ext>
            </a:extLst>
          </p:cNvPr>
          <p:cNvSpPr txBox="1"/>
          <p:nvPr/>
        </p:nvSpPr>
        <p:spPr>
          <a:xfrm>
            <a:off x="4397340" y="5271512"/>
            <a:ext cx="4674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fr-FR" sz="2800" b="1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周国莲姐妹, 韩翠英姐妹,
巩象学弟兄, 宋利忠弟兄</a:t>
            </a:r>
            <a:r>
              <a:rPr sz="2000" b="1">
                <a:latin typeface="STXingkai"/>
              </a:rPr>
              <a:t/>
            </a:r>
            <a:endParaRPr lang="fr-FR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ZoneTexte 5"/>
          <p:cNvSpPr/>
          <p:nvPr/>
        </p:nvSpPr>
        <p:spPr>
          <a:xfrm>
            <a:off x="527380" y="3635291"/>
            <a:ext cx="1155744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800" b="1" strike="noStrike" spc="-1" dirty="0">
                <a:solidFill>
                  <a:schemeClr val="dk1"/>
                </a:solidFill>
                <a:latin typeface="Garamond"/>
              </a:rPr>
              <a:t>应当一无挂虑，只要凡事藉着祷告、祈求和感谢，将你们所要的告诉神。</a:t>
            </a:r>
            <a:endParaRPr lang="fr-FR" sz="28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ZoneTexte 7"/>
          <p:cNvSpPr/>
          <p:nvPr/>
        </p:nvSpPr>
        <p:spPr>
          <a:xfrm>
            <a:off x="2018092" y="700741"/>
            <a:ext cx="761976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96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>同心合意祷告</a:t>
            </a:r>
            <a:endParaRPr lang="fr-FR" sz="96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 xmlns:p15="http://schemas.microsoft.com/office/powerpoint/2012/main">
      <p:transition spd="slow">
        <p:split dir="out"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 2"/>
          <p:cNvPicPr/>
          <p:nvPr/>
        </p:nvPicPr>
        <p:blipFill>
          <a:blip r:embed="rId2"/>
          <a:stretch/>
        </p:blipFill>
        <p:spPr>
          <a:xfrm>
            <a:off x="0" y="8280"/>
            <a:ext cx="12192120" cy="6858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 xmlns:p15="http://schemas.microsoft.com/office/powerpoint/2012/main">
      <p:transition spd="slow">
        <p:split dir="out"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Image 3"/>
          <p:cNvPicPr/>
          <p:nvPr/>
        </p:nvPicPr>
        <p:blipFill>
          <a:blip r:embed="rId3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15" name="Rectangle 4"/>
          <p:cNvSpPr/>
          <p:nvPr/>
        </p:nvSpPr>
        <p:spPr>
          <a:xfrm>
            <a:off x="543600" y="493920"/>
            <a:ext cx="5766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zh-CN" sz="6600" b="1" strike="noStrike" spc="-1" dirty="0">
                <a:solidFill>
                  <a:srgbClr val="7030A0"/>
                </a:solidFill>
                <a:latin typeface="Century Gothic"/>
              </a:rPr>
              <a:t>主日证道</a:t>
            </a:r>
            <a:r>
              <a:rPr lang="fr-FR" sz="6600" b="1" strike="noStrike" spc="-1" dirty="0">
                <a:solidFill>
                  <a:srgbClr val="7030A0"/>
                </a:solidFill>
                <a:latin typeface="Century Gothic"/>
              </a:rPr>
              <a:t>:                                 </a:t>
            </a:r>
            <a:endParaRPr lang="fr-FR" sz="6600" b="1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16" name="Rectangle 5"/>
          <p:cNvSpPr/>
          <p:nvPr/>
        </p:nvSpPr>
        <p:spPr>
          <a:xfrm>
            <a:off x="732240" y="2644200"/>
            <a:ext cx="10727280" cy="27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sz="8800" b="1" strike="noStrike" spc="-1">
                <a:solidFill>
                  <a:srgbClr val="000000"/>
                </a:solidFill>
                <a:latin typeface="Century Gothic"/>
              </a:rPr>
              <a:t>        </a:t>
            </a:r>
            <a:r>
              <a:rPr lang="fr-FR" sz="8800" b="0" strike="noStrike" spc="-1">
                <a:solidFill>
                  <a:srgbClr val="000000"/>
                </a:solidFill>
                <a:latin typeface="Century Gothic"/>
              </a:rPr>
              <a:t>                                 </a:t>
            </a:r>
            <a:endParaRPr lang="fr-FR" sz="8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 6"/>
          <p:cNvSpPr/>
          <p:nvPr/>
        </p:nvSpPr>
        <p:spPr>
          <a:xfrm>
            <a:off x="732240" y="2644200"/>
            <a:ext cx="10727280" cy="44613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zh-CN" altLang="fr-FR" sz="8800" b="1" strike="noStrike" spc="-1" dirty="0">
                <a:latin typeface="Century Gothic"/>
              </a:rPr>
              <a:t>       看哪，主必快来！</a:t>
            </a:r>
            <a:endParaRPr lang="fr-FR" altLang="zh-CN" sz="8800" b="1" strike="noStrike" spc="-1" dirty="0">
              <a:latin typeface="Century Gothic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zh-CN" sz="2000" b="1" strike="noStrike" spc="-1" dirty="0">
                <a:solidFill>
                  <a:srgbClr val="7030A0"/>
                </a:solidFill>
                <a:latin typeface="Century Gothic"/>
              </a:rPr>
              <a:t>提摩太后书4章</a:t>
            </a:r>
            <a:r>
              <a:rPr lang="zh-CN" altLang="fr-FR" sz="2000" b="1" strike="noStrike" spc="-1" dirty="0">
                <a:solidFill>
                  <a:srgbClr val="7030A0"/>
                </a:solidFill>
                <a:latin typeface="Century Gothic"/>
              </a:rPr>
              <a:t/>
            </a:r>
            <a:r>
              <a:rPr b="1" sz="2000">
                <a:latin typeface="STXingkai"/>
              </a:rPr>
              <a:t/>
            </a:r>
            <a:endParaRPr lang="fr-FR" sz="2000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fr-FR" altLang="zh-CN" sz="2000" b="1" spc="-1" dirty="0">
                <a:solidFill>
                  <a:srgbClr val="000000"/>
                </a:solidFill>
                <a:latin typeface="Arial"/>
              </a:rPr>
              <a:t>                                        </a:t>
            </a:r>
            <a:r>
              <a:rPr lang="zh-CN" altLang="fr-FR" sz="2800" b="1" spc="-1" dirty="0">
                <a:solidFill>
                  <a:schemeClr val="accent6"/>
                </a:solidFill>
                <a:latin typeface="Century Gothic"/>
              </a:rPr>
              <a:t>吴兴隆弟兄</a:t>
            </a:r>
            <a:r>
              <a:rPr lang="zh-CN" sz="2800" b="1" strike="noStrike" spc="-1" dirty="0">
                <a:solidFill>
                  <a:schemeClr val="accent6"/>
                </a:solidFill>
                <a:latin typeface="Century Gothic"/>
              </a:rPr>
              <a:t>分享 吉哪姐妹回应</a:t>
            </a:r>
            <a:r>
              <a:rPr lang="zh-CN" altLang="fr-FR" sz="2800" b="1" strike="noStrike" spc="-1" dirty="0">
                <a:solidFill>
                  <a:schemeClr val="accent6"/>
                </a:solidFill>
                <a:latin typeface="Century Gothic"/>
              </a:rPr>
              <a:t/>
            </a:r>
            <a:r>
              <a:rPr lang="fr-FR" sz="8800" b="1" strike="noStrike" spc="-1" dirty="0">
                <a:solidFill>
                  <a:srgbClr val="000000"/>
                </a:solidFill>
                <a:latin typeface="Century Gothic"/>
              </a:rPr>
              <a:t/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Image 3"/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47" name="Rectangle 2"/>
          <p:cNvSpPr/>
          <p:nvPr/>
        </p:nvSpPr>
        <p:spPr>
          <a:xfrm>
            <a:off x="1546531" y="899820"/>
            <a:ext cx="8547120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8800" b="1" strike="noStrike" spc="-1" dirty="0">
                <a:solidFill>
                  <a:schemeClr val="dk1"/>
                </a:solidFill>
                <a:latin typeface="Garamond"/>
              </a:rPr>
              <a:t>     </a:t>
            </a:r>
            <a:r>
              <a:rPr lang="zh-CN" sz="8800" b="1" strike="noStrike" spc="-1" dirty="0">
                <a:solidFill>
                  <a:schemeClr val="accent6"/>
                </a:solidFill>
                <a:latin typeface="Garamond"/>
              </a:rPr>
              <a:t>欢迎新朋友</a:t>
            </a:r>
            <a:r>
              <a:rPr lang="fr-FR" sz="8800" b="0" strike="noStrike" spc="-1" dirty="0">
                <a:solidFill>
                  <a:schemeClr val="accent5"/>
                </a:solidFill>
                <a:latin typeface="Garamond"/>
              </a:rPr>
              <a:t>                                 </a:t>
            </a:r>
            <a:endParaRPr lang="fr-FR" sz="8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1"/>
          <p:cNvSpPr/>
          <p:nvPr/>
        </p:nvSpPr>
        <p:spPr>
          <a:xfrm>
            <a:off x="1512000" y="4325760"/>
            <a:ext cx="8616183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4000" b="1" strike="noStrike" spc="-1" dirty="0">
                <a:solidFill>
                  <a:schemeClr val="accent6"/>
                </a:solidFill>
                <a:latin typeface="Garamond"/>
              </a:rPr>
              <a:t>“</a:t>
            </a:r>
            <a:r>
              <a:rPr lang="zh-CN" sz="4000" b="1" strike="noStrike" spc="-1" dirty="0">
                <a:solidFill>
                  <a:schemeClr val="accent6"/>
                </a:solidFill>
                <a:latin typeface="Garamond"/>
              </a:rPr>
              <a:t>当信主耶稣，你和你一家都必得救”</a:t>
            </a:r>
            <a:endParaRPr lang="fr-FR" sz="4000" b="1" strike="noStrike" spc="-1" dirty="0">
              <a:solidFill>
                <a:schemeClr val="accent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Image 3"/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50" name="Rectangle 2"/>
          <p:cNvSpPr/>
          <p:nvPr/>
        </p:nvSpPr>
        <p:spPr>
          <a:xfrm>
            <a:off x="1822440" y="753794"/>
            <a:ext cx="854712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8800" b="1" strike="noStrike" spc="-1" dirty="0">
                <a:solidFill>
                  <a:schemeClr val="dk1"/>
                </a:solidFill>
                <a:latin typeface="Garamond"/>
              </a:rPr>
              <a:t>     </a:t>
            </a:r>
            <a:r>
              <a:rPr lang="zh-CN" sz="9600" b="1" strike="noStrike" spc="-1" dirty="0">
                <a:solidFill>
                  <a:schemeClr val="accent6"/>
                </a:solidFill>
                <a:latin typeface="Garamond"/>
              </a:rPr>
              <a:t>领受祝福</a:t>
            </a:r>
            <a:r>
              <a:rPr lang="fr-FR" sz="9600" b="0" strike="noStrike" spc="-1" dirty="0">
                <a:solidFill>
                  <a:schemeClr val="accent6"/>
                </a:solidFill>
                <a:latin typeface="Garamond"/>
              </a:rPr>
              <a:t>                                 </a:t>
            </a:r>
            <a:endParaRPr lang="fr-FR" sz="9600" b="0" strike="noStrike" spc="-1" dirty="0">
              <a:solidFill>
                <a:schemeClr val="accent6"/>
              </a:solidFill>
              <a:latin typeface="Arial"/>
            </a:endParaRPr>
          </a:p>
        </p:txBody>
      </p:sp>
      <p:sp>
        <p:nvSpPr>
          <p:cNvPr id="151" name="Rectangle 4"/>
          <p:cNvSpPr/>
          <p:nvPr/>
        </p:nvSpPr>
        <p:spPr>
          <a:xfrm>
            <a:off x="532800" y="3984065"/>
            <a:ext cx="11005560" cy="23068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6"/>
                </a:solidFill>
                <a:latin typeface="Garamond"/>
              </a:rPr>
              <a:t>愿恩惠、平安从　神我们的父和主耶稣基督归与你们！</a:t>
            </a:r>
            <a:endParaRPr lang="fr-FR" sz="3600" b="0" strike="noStrike" spc="-1" dirty="0">
              <a:solidFill>
                <a:schemeClr val="accent6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1"/>
                </a:solidFill>
                <a:latin typeface="Garamond"/>
              </a:rPr>
              <a:t>              </a:t>
            </a: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Image 3"/>
          <p:cNvPicPr/>
          <p:nvPr/>
        </p:nvPicPr>
        <p:blipFill>
          <a:blip r:embed="rId2"/>
          <a:stretch/>
        </p:blipFill>
        <p:spPr>
          <a:xfrm>
            <a:off x="10884960" y="0"/>
            <a:ext cx="1306800" cy="1799640"/>
          </a:xfrm>
          <a:prstGeom prst="rect">
            <a:avLst/>
          </a:prstGeom>
          <a:ln w="0">
            <a:noFill/>
          </a:ln>
        </p:spPr>
      </p:pic>
      <p:sp>
        <p:nvSpPr>
          <p:cNvPr id="153" name="Rectangle 2"/>
          <p:cNvSpPr/>
          <p:nvPr/>
        </p:nvSpPr>
        <p:spPr>
          <a:xfrm>
            <a:off x="1519560" y="774360"/>
            <a:ext cx="9152640" cy="252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>
                <a:solidFill>
                  <a:schemeClr val="accent5"/>
                </a:solidFill>
                <a:latin typeface="Garamond"/>
              </a:rPr>
              <a:t>聚会结束</a:t>
            </a:r>
            <a:r>
              <a:rPr lang="fr-FR" sz="7200" b="1" strike="noStrike" spc="-1">
                <a:solidFill>
                  <a:schemeClr val="accent5"/>
                </a:solidFill>
                <a:latin typeface="Garamond"/>
              </a:rPr>
              <a:t>--</a:t>
            </a:r>
            <a:r>
              <a:rPr lang="zh-CN" sz="7200" b="1" strike="noStrike" spc="-1">
                <a:solidFill>
                  <a:schemeClr val="accent5"/>
                </a:solidFill>
                <a:latin typeface="Garamond"/>
              </a:rPr>
              <a:t>默祷后散会</a:t>
            </a:r>
            <a:r>
              <a:rPr lang="fr-FR" sz="8800" b="0" strike="noStrike" spc="-1">
                <a:solidFill>
                  <a:schemeClr val="dk1"/>
                </a:solidFill>
                <a:latin typeface="Garamond"/>
              </a:rPr>
              <a:t>                                 </a:t>
            </a:r>
            <a:endParaRPr lang="fr-FR" sz="8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 5"/>
          <p:cNvSpPr/>
          <p:nvPr/>
        </p:nvSpPr>
        <p:spPr>
          <a:xfrm>
            <a:off x="532800" y="2220840"/>
            <a:ext cx="11005560" cy="54461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rgbClr val="C00000"/>
                </a:solidFill>
                <a:latin typeface="Garamond"/>
              </a:rPr>
              <a:t>       </a:t>
            </a:r>
            <a:r>
              <a:rPr lang="fr-FR" sz="3600" b="1" strike="noStrike" spc="-1" dirty="0">
                <a:solidFill>
                  <a:srgbClr val="00B050"/>
                </a:solidFill>
                <a:latin typeface="Garamond"/>
              </a:rPr>
              <a:t>= </a:t>
            </a:r>
            <a:r>
              <a:rPr lang="zh-CN" sz="3600" b="1" strike="noStrike" spc="-1" dirty="0">
                <a:solidFill>
                  <a:srgbClr val="00B050"/>
                </a:solidFill>
                <a:latin typeface="Garamond"/>
              </a:rPr>
              <a:t>请大家留步享用爱宴晚餐</a:t>
            </a:r>
            <a:r>
              <a:rPr lang="fr-FR" sz="3600" b="1" strike="noStrike" spc="-1" dirty="0">
                <a:solidFill>
                  <a:srgbClr val="00B050"/>
                </a:solidFill>
                <a:latin typeface="Garamond"/>
              </a:rPr>
              <a:t>:     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18:00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开饭  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C00000"/>
                </a:solidFill>
                <a:latin typeface="Garamond"/>
              </a:rPr>
              <a:t>         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rgbClr val="C00000"/>
                </a:solidFill>
                <a:latin typeface="Garamond"/>
              </a:rPr>
              <a:t>       </a:t>
            </a:r>
            <a:r>
              <a:rPr lang="fr-FR" sz="3600" b="1" strike="noStrike" spc="-1" dirty="0">
                <a:solidFill>
                  <a:srgbClr val="00B050"/>
                </a:solidFill>
                <a:latin typeface="Garamond"/>
              </a:rPr>
              <a:t>= </a:t>
            </a:r>
            <a:r>
              <a:rPr lang="zh-CN" sz="3600" b="1" strike="noStrike" spc="-1" dirty="0">
                <a:solidFill>
                  <a:srgbClr val="00B050"/>
                </a:solidFill>
                <a:latin typeface="Garamond"/>
              </a:rPr>
              <a:t>信望爱教会事工表</a:t>
            </a:r>
            <a:r>
              <a:rPr lang="fr-FR" sz="3600" b="1" strike="noStrike" spc="-1" dirty="0">
                <a:solidFill>
                  <a:srgbClr val="00B050"/>
                </a:solidFill>
                <a:latin typeface="Garamond"/>
              </a:rPr>
              <a:t>: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法语课 - 星期天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13:30-14:30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                                                                                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主日崇拜 – 星期天  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15:00-17:00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                                                                                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旷野小组 – 星期三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20:30-22:30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                                                                                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荒漠小组 – 星期四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20:00-21:30 (线上)</a:t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                                                                                 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>祷告会 - 星期六</a:t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>16:00-18:00</a:t>
            </a:r>
            <a:r>
              <a:rPr lang="zh-CN" sz="2000" b="1" strike="noStrike" spc="-1" dirty="0">
                <a:solidFill>
                  <a:srgbClr val="00B050"/>
                </a:solidFill>
                <a:latin typeface="Garamond"/>
              </a:rPr>
              <a:t/>
            </a:r>
            <a:r>
              <a:rPr lang="fr-FR" sz="2000" b="1" strike="noStrike" spc="-1" dirty="0">
                <a:solidFill>
                  <a:srgbClr val="00B050"/>
                </a:solidFill>
                <a:latin typeface="Garamond"/>
              </a:rPr>
              <a:t/>
            </a:r>
          </a:p>
          <a:p>
            <a:pPr defTabSz="457200">
              <a:lnSpc>
                <a:spcPct val="100000"/>
              </a:lnSpc>
            </a:pPr>
            <a:r>
              <a:rPr lang="fr-FR" sz="2000" b="1" spc="-1" dirty="0">
                <a:solidFill>
                  <a:srgbClr val="00B050"/>
                </a:solidFill>
                <a:latin typeface="Garamond"/>
              </a:rPr>
              <a:t/>
            </a:r>
            <a:r>
              <a:rPr lang="zh-CN" altLang="fr-FR" sz="2000" b="1" spc="-1" dirty="0">
                <a:solidFill>
                  <a:srgbClr val="00B050"/>
                </a:solidFill>
                <a:latin typeface="Garamond"/>
              </a:rPr>
              <a:t/>
            </a:r>
            <a:r>
              <a:rPr lang="fr-FR" altLang="zh-CN" sz="2000" b="1" spc="-1" dirty="0">
                <a:solidFill>
                  <a:srgbClr val="00B050"/>
                </a:solidFill>
                <a:latin typeface="Garamond"/>
              </a:rPr>
              <a:t/>
            </a:r>
            <a:r>
              <a:rPr lang="zh-CN" altLang="fr-FR" sz="2000" b="1" spc="-1" dirty="0">
                <a:solidFill>
                  <a:srgbClr val="00B050"/>
                </a:solidFill>
                <a:latin typeface="Garamond"/>
              </a:rPr>
              <a:t/>
            </a:r>
            <a:r>
              <a:rPr lang="fr-FR" altLang="zh-CN" sz="2000" b="1" spc="-1" dirty="0">
                <a:solidFill>
                  <a:srgbClr val="00B050"/>
                </a:solidFill>
                <a:latin typeface="Garamond"/>
              </a:rPr>
              <a:t/>
            </a: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800" b="1" strike="noStrike" spc="-1" dirty="0">
                <a:solidFill>
                  <a:srgbClr val="C00000"/>
                </a:solidFill>
                <a:latin typeface="Garamond"/>
              </a:rPr>
              <a:t>		   </a:t>
            </a:r>
            <a:r>
              <a:rPr lang="fr-FR" sz="3600" b="1" strike="noStrike" spc="-1" dirty="0">
                <a:solidFill>
                  <a:srgbClr val="C00000"/>
                </a:solidFill>
                <a:latin typeface="Garamond"/>
              </a:rPr>
              <a:t>  </a:t>
            </a:r>
            <a:r>
              <a:rPr lang="zh-CN" sz="3600" b="1" strike="noStrike" spc="-1" dirty="0">
                <a:solidFill>
                  <a:schemeClr val="accent5"/>
                </a:solidFill>
                <a:latin typeface="Garamond"/>
              </a:rPr>
              <a:t>诚挚欢迎大家再来</a:t>
            </a:r>
            <a:r>
              <a:rPr lang="fr-FR" sz="3600" b="1" strike="noStrike" spc="-1" dirty="0">
                <a:solidFill>
                  <a:schemeClr val="accent5"/>
                </a:solidFill>
                <a:latin typeface="Garamond"/>
              </a:rPr>
              <a:t>, </a:t>
            </a:r>
            <a:r>
              <a:rPr lang="zh-CN" sz="3600" b="1" strike="noStrike" spc="-1" dirty="0">
                <a:solidFill>
                  <a:schemeClr val="accent5"/>
                </a:solidFill>
                <a:latin typeface="Garamond"/>
              </a:rPr>
              <a:t>一起认识基督耶稣。</a:t>
            </a: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2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1"/>
                </a:solidFill>
                <a:latin typeface="Garamond"/>
              </a:rPr>
              <a:t>              </a:t>
            </a:r>
            <a:endParaRPr lang="fr-FR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1338</Words>
  <Application>Microsoft Office PowerPoint</Application>
  <PresentationFormat>Grand écran</PresentationFormat>
  <Paragraphs>118</Paragraphs>
  <Slides>21</Slides>
  <Notes>1</Notes>
  <HiddenSlides>0</HiddenSlides>
  <MMClips>5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21</vt:i4>
      </vt:variant>
    </vt:vector>
  </HeadingPairs>
  <TitlesOfParts>
    <vt:vector size="32" baseType="lpstr">
      <vt:lpstr>STXingkai</vt:lpstr>
      <vt:lpstr>Arial</vt:lpstr>
      <vt:lpstr>Century Gothic</vt:lpstr>
      <vt:lpstr>Forte</vt:lpstr>
      <vt:lpstr>Garamond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 宣召经文箴言 3:6  </vt:lpstr>
      <vt:lpstr>         敬拜赞美     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497</cp:revision>
  <dcterms:created xsi:type="dcterms:W3CDTF">2024-11-16T18:47:01Z</dcterms:created>
  <dcterms:modified xsi:type="dcterms:W3CDTF">2026-03-01T11:49:59Z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