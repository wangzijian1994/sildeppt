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05/07/2026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神借我们所传的福音、召你们到这地步、好得着我们主耶稣基督的荣光。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