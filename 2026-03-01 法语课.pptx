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10"/>
    <p:sldId id="261" r:id="rId13"/>
    <p:sldId id="280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9" Type="http://schemas.openxmlformats.org/officeDocument/2006/relationships/slide" Target="slides/slide4.xml"/><Relationship Id="rId10" Type="http://schemas.openxmlformats.org/officeDocument/2006/relationships/slide" Target="slides/slide2.xml"/><Relationship Id="rId13" Type="http://schemas.openxmlformats.org/officeDocument/2006/relationships/slide" Target="slides/slide3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01/03/2026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约翰福音15：7 你们若常在我里面，我的话也常在你们里面，凡你们所愿意的，祈求就给你们成就。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Si vous demeurez en moi, et que mes paroles demeurent en vous, demandez ce que vous voudrez, et cela vous sera accordé.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2628</Words>
  <Application>Microsoft Office PowerPoint</Application>
  <PresentationFormat>Grand écran</PresentationFormat>
  <Paragraphs>129</Paragraphs>
  <Slides>27</Slides>
  <Notes>1</Notes>
  <HiddenSlides>0</HiddenSlides>
  <MMClips>4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Century Gothic</vt:lpstr>
      <vt:lpstr>Forte</vt:lpstr>
      <vt:lpstr>Garamond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 宣召经文以弗所书 3:20  </vt:lpstr>
      <vt:lpstr>         敬拜赞美      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493</cp:revision>
  <dcterms:created xsi:type="dcterms:W3CDTF">2024-11-16T18:47:01Z</dcterms:created>
  <dcterms:modified xsi:type="dcterms:W3CDTF">2026-01-01T22:05:33Z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