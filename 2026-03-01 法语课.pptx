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81" r:id="rId4"/>
    <p:sldId id="282" r:id="rId5"/>
    <p:sldId id="283" r:id="rId6"/>
    <p:sldId id="284" r:id="rId7"/>
    <p:sldId id="286" r:id="rId8"/>
    <p:sldId id="285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79" r:id="rId26"/>
    <p:sldId id="257" r:id="rId27"/>
    <p:sldId id="261" r:id="rId28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01/03/2026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很高兴认识你们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</a:t>
            </a:r>
          </a:p>
          <a:p>
            <a:pPr algn="l" defTabSz="457200">
              <a:lnSpc>
                <a:spcPct val="100000"/>
              </a:lnSpc>
            </a:pP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[wa] oi oy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C'est toi? 是你？ 
Au revoir再见
Bonsoir晚上好
Le Poisson 鱼
Trois 3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实用的技能: compter 1-10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un,une - 1 deux -2
trois - 3 quatre - 4 cinq - 5
six - 6 sept - 7 huit - 8
neuf - 9 dix - 10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约翰福音15：7 你们若常在我里面，我的话也常在你们里面，凡你们所愿意的，祈求就给你们成就。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Si vous demeurez en moi, et que mes paroles demeurent en vous, demandez ce que vous voudrez, et cela vous sera accordé.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