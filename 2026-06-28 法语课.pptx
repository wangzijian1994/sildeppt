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28/06/2026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诗篇5:11: 凡投靠你的、愿他们喜乐、时常欢呼、因为你护庇他们。又愿那爱你名的人、都靠你欢欣。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