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10"/>
    <p:sldId id="259" r:id="rId12"/>
    <p:sldId id="260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08/02/2026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太初有道，道与神同在，道就是神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Au commencement était la Parole, et la Parole était avec Dieu, et la Parole était Dieu.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2628</Words>
  <Application>Microsoft Office PowerPoint</Application>
  <PresentationFormat>Grand écran</PresentationFormat>
  <Paragraphs>129</Paragraphs>
  <Slides>27</Slides>
  <Notes>1</Notes>
  <HiddenSlides>0</HiddenSlides>
  <MMClips>4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Century Gothic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 宣召经文以弗所书 3:20 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493</cp:revision>
  <dcterms:created xsi:type="dcterms:W3CDTF">2024-11-16T18:47:01Z</dcterms:created>
  <dcterms:modified xsi:type="dcterms:W3CDTF">2026-01-01T22:05:33Z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