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4"/>
    <p:sldId id="261" r:id="rId5"/>
    <p:sldId id="280" r:id="rId6"/>
    <p:sldId id="281" r:id="rId7"/>
    <p:sldId id="282" r:id="rId8"/>
    <p:sldId id="283" r:id="rId9"/>
    <p:sldId id="284" r:id="rId10"/>
    <p:sldId id="285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4" r:id="rId21"/>
    <p:sldId id="275" r:id="rId22"/>
    <p:sldId id="276" r:id="rId23"/>
    <p:sldId id="277" r:id="rId24"/>
    <p:sldId id="271" r:id="rId25"/>
    <p:sldId id="272" r:id="rId26"/>
    <p:sldId id="273" r:id="rId27"/>
    <p:sldId id="279" r:id="rId28"/>
    <p:sldId id="278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22/02/2026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约翰福音14：21 有了我命令又遵守的，这人就是爱我的，爱我的必蒙我父爱他，我也要爱他，并且要向他显现。   阿们！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Celui qui a mes commandements et qui les garde, c'est celui qui m'aime; et celui qui m'aime sera aimé de mon Père, je l'aimerai, et je me ferai connaître à lui.Amen!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Révision Alphabet français 复习一下，谁能把法语字母读一遍?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la table 书桌 la pomme 苹果 
la robe 连衣裙 la porte 门 
la vie 人生 la voiture 汽车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l'art 艺术 l'avis' 意见 
fort 强 forte 强 
lent 慢 bas 低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le sac 包 avec 一起 
le chef 首长 neuf 新的 
mal 疼痛，不好 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Dio_ 一款香水 
Pa__s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aimer 爱
lait 牛奶, café au lait 
Le Père 父亲 La mère 母亲 Les Frères 兄弟 
La mer 大海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l'在前面，就像人必须穿上衣服才可以出门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l'année 年
- Voilà 就是这样 
- Tu es là? 你在吗？
 Je suis là 我在 
 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La Rue 街道
- La Préfecture 警察局 
- Salut ça va?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Le Stylo 水笔
- 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[wa] oi oy 
C'est toi? 是你？ 
Au revoir再见
Bonsoir晚上好
Le Poisson 鱼
Trois 3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tu vous toi 的使用，都是你，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实用的技能: compter 1-10
un,une - 1 deux -2
trois - 3 quatre - 4 cinq - 5
six - 6 sept - 7 huit - 8
neuf - 9 dix - 10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实用对话
1 Bonjour Madame, ça côute combien pour un café? 
ça coûte 2 euros.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2253</Words>
  <Application>Microsoft Office PowerPoint</Application>
  <PresentationFormat>Grand écran</PresentationFormat>
  <Paragraphs>130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6" baseType="lpstr">
      <vt:lpstr>Arial</vt:lpstr>
      <vt:lpstr>Forte</vt:lpstr>
      <vt:lpstr>Garamond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495</cp:revision>
  <dcterms:created xsi:type="dcterms:W3CDTF">2024-11-16T18:47:01Z</dcterms:created>
  <dcterms:modified xsi:type="dcterms:W3CDTF">2026-02-22T12:11:37Z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